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06" r:id="rId1"/>
  </p:sldMasterIdLst>
  <p:notesMasterIdLst>
    <p:notesMasterId r:id="rId16"/>
  </p:notesMasterIdLst>
  <p:sldIdLst>
    <p:sldId id="259" r:id="rId2"/>
    <p:sldId id="256" r:id="rId3"/>
    <p:sldId id="257" r:id="rId4"/>
    <p:sldId id="260" r:id="rId5"/>
    <p:sldId id="258" r:id="rId6"/>
    <p:sldId id="261" r:id="rId7"/>
    <p:sldId id="262" r:id="rId8"/>
    <p:sldId id="263" r:id="rId9"/>
    <p:sldId id="267" r:id="rId10"/>
    <p:sldId id="266" r:id="rId11"/>
    <p:sldId id="264" r:id="rId12"/>
    <p:sldId id="268" r:id="rId13"/>
    <p:sldId id="265" r:id="rId14"/>
    <p:sldId id="269" r:id="rId15"/>
  </p:sldIdLst>
  <p:sldSz cx="10080625" cy="7559675"/>
  <p:notesSz cx="7559675" cy="10691813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29D24D-4F9C-4403-AB15-8E7013FC0F3F}" v="1" dt="2026-04-01T04:20:55.417"/>
    <p1510:client id="{1A356F9A-4B0B-9884-8464-B0BEF60E8F3E}" v="54" dt="2026-03-31T19:15:46.161"/>
    <p1510:client id="{1B474E3F-13AC-EC50-B88C-2E985B4137F1}" v="2" dt="2026-03-31T19:04:50.059"/>
    <p1510:client id="{37FC85F7-C837-A90D-590A-30EE7B176387}" v="1" dt="2026-03-31T09:13:49.412"/>
    <p1510:client id="{77D2B91A-4407-72F3-66CB-69ED87843717}" v="2" dt="2026-03-31T12:30:37.984"/>
    <p1510:client id="{9EB7A535-75CC-8516-C427-7AEDCC26CC40}" v="3" dt="2026-03-31T13:39:52.465"/>
    <p1510:client id="{BF8E7E00-7F33-478A-BA5D-81FE34D93994}" v="1" dt="2026-03-31T20:41:57.7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F56EBFE8-4034-9EB3-588D-A4FEFE3681DC}"/>
    <pc:docChg chg="modSld">
      <pc:chgData name="Guest User" userId="" providerId="Windows Live" clId="Web-{F56EBFE8-4034-9EB3-588D-A4FEFE3681DC}" dt="2026-03-06T08:02:39.652" v="31" actId="20577"/>
      <pc:docMkLst>
        <pc:docMk/>
      </pc:docMkLst>
      <pc:sldChg chg="modSp">
        <pc:chgData name="Guest User" userId="" providerId="Windows Live" clId="Web-{F56EBFE8-4034-9EB3-588D-A4FEFE3681DC}" dt="2026-03-06T07:46:02.963" v="2" actId="20577"/>
        <pc:sldMkLst>
          <pc:docMk/>
          <pc:sldMk cId="0" sldId="256"/>
        </pc:sldMkLst>
        <pc:spChg chg="mod">
          <ac:chgData name="Guest User" userId="" providerId="Windows Live" clId="Web-{F56EBFE8-4034-9EB3-588D-A4FEFE3681DC}" dt="2026-03-06T07:46:02.963" v="2" actId="20577"/>
          <ac:spMkLst>
            <pc:docMk/>
            <pc:sldMk cId="0" sldId="256"/>
            <ac:spMk id="4098" creationId="{78A6FC22-A96C-1885-C284-32806BC7A737}"/>
          </ac:spMkLst>
        </pc:spChg>
      </pc:sldChg>
      <pc:sldChg chg="modSp">
        <pc:chgData name="Guest User" userId="" providerId="Windows Live" clId="Web-{F56EBFE8-4034-9EB3-588D-A4FEFE3681DC}" dt="2026-03-06T07:46:33.120" v="4" actId="20577"/>
        <pc:sldMkLst>
          <pc:docMk/>
          <pc:sldMk cId="0" sldId="258"/>
        </pc:sldMkLst>
        <pc:spChg chg="mod">
          <ac:chgData name="Guest User" userId="" providerId="Windows Live" clId="Web-{F56EBFE8-4034-9EB3-588D-A4FEFE3681DC}" dt="2026-03-06T07:46:33.120" v="4" actId="20577"/>
          <ac:spMkLst>
            <pc:docMk/>
            <pc:sldMk cId="0" sldId="258"/>
            <ac:spMk id="6" creationId="{06FDB8F9-BB52-E90F-DEA6-021BED537303}"/>
          </ac:spMkLst>
        </pc:spChg>
      </pc:sldChg>
      <pc:sldChg chg="modSp">
        <pc:chgData name="Guest User" userId="" providerId="Windows Live" clId="Web-{F56EBFE8-4034-9EB3-588D-A4FEFE3681DC}" dt="2026-03-06T08:02:39.652" v="31" actId="20577"/>
        <pc:sldMkLst>
          <pc:docMk/>
          <pc:sldMk cId="0" sldId="264"/>
        </pc:sldMkLst>
        <pc:spChg chg="mod">
          <ac:chgData name="Guest User" userId="" providerId="Windows Live" clId="Web-{F56EBFE8-4034-9EB3-588D-A4FEFE3681DC}" dt="2026-03-06T08:02:39.652" v="31" actId="20577"/>
          <ac:spMkLst>
            <pc:docMk/>
            <pc:sldMk cId="0" sldId="264"/>
            <ac:spMk id="6146" creationId="{CFBE54B4-F6D9-4B26-F5F5-202CAC0214EA}"/>
          </ac:spMkLst>
        </pc:spChg>
      </pc:sldChg>
    </pc:docChg>
  </pc:docChgLst>
  <pc:docChgLst>
    <pc:chgData name="Guest User" providerId="Windows Live" clId="Web-{1A356F9A-4B0B-9884-8464-B0BEF60E8F3E}"/>
    <pc:docChg chg="addSld modSld">
      <pc:chgData name="Guest User" userId="" providerId="Windows Live" clId="Web-{1A356F9A-4B0B-9884-8464-B0BEF60E8F3E}" dt="2026-03-31T19:15:46.161" v="52" actId="14100"/>
      <pc:docMkLst>
        <pc:docMk/>
      </pc:docMkLst>
      <pc:sldChg chg="addSp modSp">
        <pc:chgData name="Guest User" userId="" providerId="Windows Live" clId="Web-{1A356F9A-4B0B-9884-8464-B0BEF60E8F3E}" dt="2026-03-31T19:13:31.442" v="9" actId="14100"/>
        <pc:sldMkLst>
          <pc:docMk/>
          <pc:sldMk cId="0" sldId="260"/>
        </pc:sldMkLst>
        <pc:picChg chg="add mod modCrop">
          <ac:chgData name="Guest User" userId="" providerId="Windows Live" clId="Web-{1A356F9A-4B0B-9884-8464-B0BEF60E8F3E}" dt="2026-03-31T19:13:31.442" v="9" actId="14100"/>
          <ac:picMkLst>
            <pc:docMk/>
            <pc:sldMk cId="0" sldId="260"/>
            <ac:picMk id="3" creationId="{CAF248F1-C520-E8D4-3E51-AEB51EF9235F}"/>
          </ac:picMkLst>
        </pc:picChg>
      </pc:sldChg>
      <pc:sldChg chg="delSp modSp new">
        <pc:chgData name="Guest User" userId="" providerId="Windows Live" clId="Web-{1A356F9A-4B0B-9884-8464-B0BEF60E8F3E}" dt="2026-03-31T19:15:46.161" v="52" actId="14100"/>
        <pc:sldMkLst>
          <pc:docMk/>
          <pc:sldMk cId="265719909" sldId="269"/>
        </pc:sldMkLst>
        <pc:spChg chg="mod">
          <ac:chgData name="Guest User" userId="" providerId="Windows Live" clId="Web-{1A356F9A-4B0B-9884-8464-B0BEF60E8F3E}" dt="2026-03-31T19:15:46.161" v="52" actId="14100"/>
          <ac:spMkLst>
            <pc:docMk/>
            <pc:sldMk cId="265719909" sldId="269"/>
            <ac:spMk id="2" creationId="{39DF82E5-8451-6D28-630B-DC48293C4328}"/>
          </ac:spMkLst>
        </pc:spChg>
        <pc:spChg chg="del mod">
          <ac:chgData name="Guest User" userId="" providerId="Windows Live" clId="Web-{1A356F9A-4B0B-9884-8464-B0BEF60E8F3E}" dt="2026-03-31T19:15:28.052" v="46"/>
          <ac:spMkLst>
            <pc:docMk/>
            <pc:sldMk cId="265719909" sldId="269"/>
            <ac:spMk id="3" creationId="{81ECAFCB-ADB5-3355-3AC9-07E8EFC53454}"/>
          </ac:spMkLst>
        </pc:spChg>
      </pc:sldChg>
    </pc:docChg>
  </pc:docChgLst>
  <pc:docChgLst>
    <pc:chgData name="Harsh Patil" userId="eb160d179834947f" providerId="Windows Live" clId="Web-{1729D24D-4F9C-4403-AB15-8E7013FC0F3F}"/>
    <pc:docChg chg="sldOrd">
      <pc:chgData name="Harsh Patil" userId="eb160d179834947f" providerId="Windows Live" clId="Web-{1729D24D-4F9C-4403-AB15-8E7013FC0F3F}" dt="2026-04-01T04:20:55.417" v="0"/>
      <pc:docMkLst>
        <pc:docMk/>
      </pc:docMkLst>
      <pc:sldChg chg="ord">
        <pc:chgData name="Harsh Patil" userId="eb160d179834947f" providerId="Windows Live" clId="Web-{1729D24D-4F9C-4403-AB15-8E7013FC0F3F}" dt="2026-04-01T04:20:55.417" v="0"/>
        <pc:sldMkLst>
          <pc:docMk/>
          <pc:sldMk cId="0" sldId="260"/>
        </pc:sldMkLst>
      </pc:sldChg>
    </pc:docChg>
  </pc:docChgLst>
  <pc:docChgLst>
    <pc:chgData name="Guest User" providerId="Windows Live" clId="Web-{BF8E7E00-7F33-478A-BA5D-81FE34D93994}"/>
    <pc:docChg chg="modSld">
      <pc:chgData name="Guest User" userId="" providerId="Windows Live" clId="Web-{BF8E7E00-7F33-478A-BA5D-81FE34D93994}" dt="2026-03-31T20:41:57.789" v="0" actId="1076"/>
      <pc:docMkLst>
        <pc:docMk/>
      </pc:docMkLst>
      <pc:sldChg chg="modSp">
        <pc:chgData name="Guest User" userId="" providerId="Windows Live" clId="Web-{BF8E7E00-7F33-478A-BA5D-81FE34D93994}" dt="2026-03-31T20:41:57.789" v="0" actId="1076"/>
        <pc:sldMkLst>
          <pc:docMk/>
          <pc:sldMk cId="0" sldId="265"/>
        </pc:sldMkLst>
        <pc:picChg chg="mod">
          <ac:chgData name="Guest User" userId="" providerId="Windows Live" clId="Web-{BF8E7E00-7F33-478A-BA5D-81FE34D93994}" dt="2026-03-31T20:41:57.789" v="0" actId="1076"/>
          <ac:picMkLst>
            <pc:docMk/>
            <pc:sldMk cId="0" sldId="265"/>
            <ac:picMk id="6" creationId="{1E6F9BFF-2E70-2A72-C32C-D6AE5645524D}"/>
          </ac:picMkLst>
        </pc:picChg>
      </pc:sldChg>
    </pc:docChg>
  </pc:docChgLst>
  <pc:docChgLst>
    <pc:chgData clId="Web-{9EB7A535-75CC-8516-C427-7AEDCC26CC40}"/>
    <pc:docChg chg="modSld">
      <pc:chgData name="" userId="" providerId="" clId="Web-{9EB7A535-75CC-8516-C427-7AEDCC26CC40}" dt="2026-03-31T13:39:52.465" v="2" actId="14100"/>
      <pc:docMkLst>
        <pc:docMk/>
      </pc:docMkLst>
      <pc:sldChg chg="addSp modSp">
        <pc:chgData name="" userId="" providerId="" clId="Web-{9EB7A535-75CC-8516-C427-7AEDCC26CC40}" dt="2026-03-31T13:39:52.465" v="2" actId="14100"/>
        <pc:sldMkLst>
          <pc:docMk/>
          <pc:sldMk cId="0" sldId="260"/>
        </pc:sldMkLst>
        <pc:spChg chg="add mod">
          <ac:chgData name="" userId="" providerId="" clId="Web-{9EB7A535-75CC-8516-C427-7AEDCC26CC40}" dt="2026-03-31T13:39:52.465" v="2" actId="14100"/>
          <ac:spMkLst>
            <pc:docMk/>
            <pc:sldMk cId="0" sldId="260"/>
            <ac:spMk id="2" creationId="{8ABF0570-E81A-2262-3CD8-C09648F1CB7C}"/>
          </ac:spMkLst>
        </pc:spChg>
      </pc:sldChg>
    </pc:docChg>
  </pc:docChgLst>
  <pc:docChgLst>
    <pc:chgData name="Guest User" providerId="Windows Live" clId="Web-{37FC85F7-C837-A90D-590A-30EE7B176387}"/>
    <pc:docChg chg="modSld">
      <pc:chgData name="Guest User" userId="" providerId="Windows Live" clId="Web-{37FC85F7-C837-A90D-590A-30EE7B176387}" dt="2026-03-31T09:13:49.412" v="0" actId="20577"/>
      <pc:docMkLst>
        <pc:docMk/>
      </pc:docMkLst>
      <pc:sldChg chg="modSp">
        <pc:chgData name="Guest User" userId="" providerId="Windows Live" clId="Web-{37FC85F7-C837-A90D-590A-30EE7B176387}" dt="2026-03-31T09:13:49.412" v="0" actId="20577"/>
        <pc:sldMkLst>
          <pc:docMk/>
          <pc:sldMk cId="0" sldId="260"/>
        </pc:sldMkLst>
        <pc:spChg chg="mod">
          <ac:chgData name="Guest User" userId="" providerId="Windows Live" clId="Web-{37FC85F7-C837-A90D-590A-30EE7B176387}" dt="2026-03-31T09:13:49.412" v="0" actId="20577"/>
          <ac:spMkLst>
            <pc:docMk/>
            <pc:sldMk cId="0" sldId="260"/>
            <ac:spMk id="26626" creationId="{8AD267ED-F616-CB0F-A96D-6F3C44F4A3EE}"/>
          </ac:spMkLst>
        </pc:spChg>
      </pc:sldChg>
    </pc:docChg>
  </pc:docChgLst>
  <pc:docChgLst>
    <pc:chgData name="Guest User" providerId="Windows Live" clId="Web-{A01834AA-7DA3-E401-61D0-9EA74600414A}"/>
    <pc:docChg chg="modSld">
      <pc:chgData name="Guest User" userId="" providerId="Windows Live" clId="Web-{A01834AA-7DA3-E401-61D0-9EA74600414A}" dt="2026-03-06T07:12:35.479" v="6" actId="20577"/>
      <pc:docMkLst>
        <pc:docMk/>
      </pc:docMkLst>
      <pc:sldChg chg="modSp">
        <pc:chgData name="Guest User" userId="" providerId="Windows Live" clId="Web-{A01834AA-7DA3-E401-61D0-9EA74600414A}" dt="2026-03-06T07:12:35.479" v="6" actId="20577"/>
        <pc:sldMkLst>
          <pc:docMk/>
          <pc:sldMk cId="0" sldId="256"/>
        </pc:sldMkLst>
        <pc:spChg chg="mod">
          <ac:chgData name="Guest User" userId="" providerId="Windows Live" clId="Web-{A01834AA-7DA3-E401-61D0-9EA74600414A}" dt="2026-03-06T07:12:35.479" v="6" actId="20577"/>
          <ac:spMkLst>
            <pc:docMk/>
            <pc:sldMk cId="0" sldId="256"/>
            <ac:spMk id="4098" creationId="{78A6FC22-A96C-1885-C284-32806BC7A737}"/>
          </ac:spMkLst>
        </pc:spChg>
      </pc:sldChg>
    </pc:docChg>
  </pc:docChgLst>
  <pc:docChgLst>
    <pc:chgData name="Guest User" providerId="Windows Live" clId="Web-{77D2B91A-4407-72F3-66CB-69ED87843717}"/>
    <pc:docChg chg="modSld">
      <pc:chgData name="Guest User" userId="" providerId="Windows Live" clId="Web-{77D2B91A-4407-72F3-66CB-69ED87843717}" dt="2026-03-31T12:30:37.984" v="1" actId="20577"/>
      <pc:docMkLst>
        <pc:docMk/>
      </pc:docMkLst>
      <pc:sldChg chg="modSp">
        <pc:chgData name="Guest User" userId="" providerId="Windows Live" clId="Web-{77D2B91A-4407-72F3-66CB-69ED87843717}" dt="2026-03-31T12:30:37.984" v="1" actId="20577"/>
        <pc:sldMkLst>
          <pc:docMk/>
          <pc:sldMk cId="0" sldId="256"/>
        </pc:sldMkLst>
        <pc:spChg chg="mod">
          <ac:chgData name="Guest User" userId="" providerId="Windows Live" clId="Web-{77D2B91A-4407-72F3-66CB-69ED87843717}" dt="2026-03-31T12:30:37.984" v="1" actId="20577"/>
          <ac:spMkLst>
            <pc:docMk/>
            <pc:sldMk cId="0" sldId="256"/>
            <ac:spMk id="4098" creationId="{78A6FC22-A96C-1885-C284-32806BC7A737}"/>
          </ac:spMkLst>
        </pc:spChg>
      </pc:sldChg>
    </pc:docChg>
  </pc:docChgLst>
  <pc:docChgLst>
    <pc:chgData name="Guest User" providerId="Windows Live" clId="Web-{9139C64D-FE8D-1D66-58B3-AE3873534642}"/>
    <pc:docChg chg="modSld">
      <pc:chgData name="Guest User" userId="" providerId="Windows Live" clId="Web-{9139C64D-FE8D-1D66-58B3-AE3873534642}" dt="2026-03-06T07:19:55.329" v="50" actId="20577"/>
      <pc:docMkLst>
        <pc:docMk/>
      </pc:docMkLst>
      <pc:sldChg chg="modSp">
        <pc:chgData name="Guest User" userId="" providerId="Windows Live" clId="Web-{9139C64D-FE8D-1D66-58B3-AE3873534642}" dt="2026-03-06T07:19:55.329" v="50" actId="20577"/>
        <pc:sldMkLst>
          <pc:docMk/>
          <pc:sldMk cId="0" sldId="264"/>
        </pc:sldMkLst>
        <pc:spChg chg="mod">
          <ac:chgData name="Guest User" userId="" providerId="Windows Live" clId="Web-{9139C64D-FE8D-1D66-58B3-AE3873534642}" dt="2026-03-06T07:19:55.329" v="50" actId="20577"/>
          <ac:spMkLst>
            <pc:docMk/>
            <pc:sldMk cId="0" sldId="264"/>
            <ac:spMk id="6146" creationId="{CFBE54B4-F6D9-4B26-F5F5-202CAC0214EA}"/>
          </ac:spMkLst>
        </pc:spChg>
      </pc:sldChg>
      <pc:sldChg chg="modSp">
        <pc:chgData name="Guest User" userId="" providerId="Windows Live" clId="Web-{9139C64D-FE8D-1D66-58B3-AE3873534642}" dt="2026-03-06T07:17:28.341" v="14" actId="20577"/>
        <pc:sldMkLst>
          <pc:docMk/>
          <pc:sldMk cId="679719625" sldId="268"/>
        </pc:sldMkLst>
        <pc:spChg chg="mod">
          <ac:chgData name="Guest User" userId="" providerId="Windows Live" clId="Web-{9139C64D-FE8D-1D66-58B3-AE3873534642}" dt="2026-03-06T07:17:28.341" v="14" actId="20577"/>
          <ac:spMkLst>
            <pc:docMk/>
            <pc:sldMk cId="679719625" sldId="268"/>
            <ac:spMk id="8" creationId="{EC2200C8-7228-6801-8124-5290C6EBDFF1}"/>
          </ac:spMkLst>
        </pc:spChg>
      </pc:sldChg>
    </pc:docChg>
  </pc:docChgLst>
  <pc:docChgLst>
    <pc:chgData name="Guest User" providerId="Windows Live" clId="Web-{1B474E3F-13AC-EC50-B88C-2E985B4137F1}"/>
    <pc:docChg chg="modSld">
      <pc:chgData name="Guest User" userId="" providerId="Windows Live" clId="Web-{1B474E3F-13AC-EC50-B88C-2E985B4137F1}" dt="2026-03-31T19:04:44.715" v="0"/>
      <pc:docMkLst>
        <pc:docMk/>
      </pc:docMkLst>
      <pc:sldChg chg="modSp">
        <pc:chgData name="Guest User" userId="" providerId="Windows Live" clId="Web-{1B474E3F-13AC-EC50-B88C-2E985B4137F1}" dt="2026-03-31T19:04:44.715" v="0"/>
        <pc:sldMkLst>
          <pc:docMk/>
          <pc:sldMk cId="0" sldId="265"/>
        </pc:sldMkLst>
        <pc:picChg chg="mod">
          <ac:chgData name="Guest User" userId="" providerId="Windows Live" clId="Web-{1B474E3F-13AC-EC50-B88C-2E985B4137F1}" dt="2026-03-31T19:04:44.715" v="0"/>
          <ac:picMkLst>
            <pc:docMk/>
            <pc:sldMk cId="0" sldId="265"/>
            <ac:picMk id="6" creationId="{1E6F9BFF-2E70-2A72-C32C-D6AE5645524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">
            <a:extLst>
              <a:ext uri="{FF2B5EF4-FFF2-40B4-BE49-F238E27FC236}">
                <a16:creationId xmlns:a16="http://schemas.microsoft.com/office/drawing/2014/main" id="{0CF4B43D-491D-C602-328B-BE86EAF5DBC3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215900" y="812800"/>
            <a:ext cx="7126288" cy="400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C56148F-65FB-044B-8C44-C7CBDB651BB0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755650" y="5078413"/>
            <a:ext cx="6046788" cy="48101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 noProof="0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CD1D322D-3766-A145-D6BB-F6171A7D53DA}"/>
              </a:ext>
            </a:extLst>
          </p:cNvPr>
          <p:cNvSpPr>
            <a:spLocks noGrp="1" noChangeArrowheads="1"/>
          </p:cNvSpPr>
          <p:nvPr>
            <p:ph type="hdr"/>
          </p:nvPr>
        </p:nvSpPr>
        <p:spPr bwMode="auto">
          <a:xfrm>
            <a:off x="0" y="0"/>
            <a:ext cx="3279775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eaLnBrk="1" fontAlgn="auto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defRPr>
            </a:lvl1pPr>
          </a:lstStyle>
          <a:p>
            <a:pPr>
              <a:defRPr/>
            </a:pPr>
            <a:endParaRPr lang="en-IN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A5A019D7-02E5-F6D4-BF2A-1F1DDF64EFF7}"/>
              </a:ext>
            </a:extLst>
          </p:cNvPr>
          <p:cNvSpPr>
            <a:spLocks noGrp="1" noChangeArrowheads="1"/>
          </p:cNvSpPr>
          <p:nvPr>
            <p:ph type="dt"/>
          </p:nvPr>
        </p:nvSpPr>
        <p:spPr bwMode="auto">
          <a:xfrm>
            <a:off x="4278313" y="0"/>
            <a:ext cx="3279775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defRPr>
            </a:lvl1pPr>
          </a:lstStyle>
          <a:p>
            <a:pPr>
              <a:defRPr/>
            </a:pPr>
            <a:endParaRPr lang="en-IN" altLang="en-US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74BAD343-3D6E-A20F-2945-F78E83EA56EB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 bwMode="auto">
          <a:xfrm>
            <a:off x="0" y="10156825"/>
            <a:ext cx="3279775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eaLnBrk="1" fontAlgn="auto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defRPr>
            </a:lvl1pPr>
          </a:lstStyle>
          <a:p>
            <a:pPr>
              <a:defRPr/>
            </a:pPr>
            <a:endParaRPr lang="en-IN" altLang="en-US"/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A74D66CF-FF0E-7320-E865-02EFF7B9BC4E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defRPr>
            </a:lvl1pPr>
          </a:lstStyle>
          <a:p>
            <a:pPr>
              <a:defRPr/>
            </a:pPr>
            <a:fld id="{AB06AE92-0EA4-41ED-81D6-744C2943D14D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6">
            <a:extLst>
              <a:ext uri="{FF2B5EF4-FFF2-40B4-BE49-F238E27FC236}">
                <a16:creationId xmlns:a16="http://schemas.microsoft.com/office/drawing/2014/main" id="{02579D8C-6C6F-8BB4-1140-81BFA9EB4981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94CB0A8-A6F7-4590-A5D3-546DB09F75D9}" type="slidenum">
              <a:rPr lang="en-IN" altLang="en-US" sz="1400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IN" altLang="en-US" sz="1400"/>
          </a:p>
        </p:txBody>
      </p:sp>
      <p:sp>
        <p:nvSpPr>
          <p:cNvPr id="7171" name="Rectangle 1">
            <a:extLst>
              <a:ext uri="{FF2B5EF4-FFF2-40B4-BE49-F238E27FC236}">
                <a16:creationId xmlns:a16="http://schemas.microsoft.com/office/drawing/2014/main" id="{25C5AC41-EE31-EE29-60F9-16D3D03B007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172" name="Rectangle 2">
            <a:extLst>
              <a:ext uri="{FF2B5EF4-FFF2-40B4-BE49-F238E27FC236}">
                <a16:creationId xmlns:a16="http://schemas.microsoft.com/office/drawing/2014/main" id="{625B2A3B-8D4C-E323-A9EA-E32516649E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>
            <a:extLst>
              <a:ext uri="{FF2B5EF4-FFF2-40B4-BE49-F238E27FC236}">
                <a16:creationId xmlns:a16="http://schemas.microsoft.com/office/drawing/2014/main" id="{5DBA7062-89AD-2D81-8953-6FC78873556E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1CD7EE3-158C-47E5-96AE-72270A75B8A4}" type="slidenum">
              <a:rPr lang="en-IN" altLang="en-US" sz="1400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IN" altLang="en-US" sz="1400"/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4DF08256-9640-C4F4-AC8B-8C1D347C302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112CBC3E-CB02-98D8-0387-233280DBC5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6">
            <a:extLst>
              <a:ext uri="{FF2B5EF4-FFF2-40B4-BE49-F238E27FC236}">
                <a16:creationId xmlns:a16="http://schemas.microsoft.com/office/drawing/2014/main" id="{99FB8F62-7B9F-F6D6-8CD5-A0C27369885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B169F26-4CAC-4B4F-861B-78C14EBDF331}" type="slidenum">
              <a:rPr lang="en-IN" altLang="en-US" sz="1400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IN" altLang="en-US" sz="1400"/>
          </a:p>
        </p:txBody>
      </p:sp>
      <p:sp>
        <p:nvSpPr>
          <p:cNvPr id="11267" name="Rectangle 1">
            <a:extLst>
              <a:ext uri="{FF2B5EF4-FFF2-40B4-BE49-F238E27FC236}">
                <a16:creationId xmlns:a16="http://schemas.microsoft.com/office/drawing/2014/main" id="{0A098328-091E-91B0-9BE8-C86187E37B1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1268" name="Rectangle 2">
            <a:extLst>
              <a:ext uri="{FF2B5EF4-FFF2-40B4-BE49-F238E27FC236}">
                <a16:creationId xmlns:a16="http://schemas.microsoft.com/office/drawing/2014/main" id="{BD358408-1710-E1C5-9B9B-2282FE106B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6">
            <a:extLst>
              <a:ext uri="{FF2B5EF4-FFF2-40B4-BE49-F238E27FC236}">
                <a16:creationId xmlns:a16="http://schemas.microsoft.com/office/drawing/2014/main" id="{29B7EC48-C292-087F-6165-D8FD7DD8B41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211A15D-6ECD-4F58-9A8D-5E8B577789E9}" type="slidenum">
              <a:rPr lang="en-IN" altLang="en-US" sz="1400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en-IN" altLang="en-US" sz="1400"/>
          </a:p>
        </p:txBody>
      </p:sp>
      <p:sp>
        <p:nvSpPr>
          <p:cNvPr id="27651" name="Rectangle 1">
            <a:extLst>
              <a:ext uri="{FF2B5EF4-FFF2-40B4-BE49-F238E27FC236}">
                <a16:creationId xmlns:a16="http://schemas.microsoft.com/office/drawing/2014/main" id="{465C0E31-A753-C8E3-9ACF-65B399A30E6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7652" name="Rectangle 2">
            <a:extLst>
              <a:ext uri="{FF2B5EF4-FFF2-40B4-BE49-F238E27FC236}">
                <a16:creationId xmlns:a16="http://schemas.microsoft.com/office/drawing/2014/main" id="{A3AAD4F0-2EFF-B432-6F90-85997ACCE9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A4C98480-88D4-E90A-08A3-97E134F67E48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05B39C6-6FCD-4F6B-A97F-99A26539BD05}" type="slidenum">
              <a:rPr lang="en-IN" altLang="en-US" sz="1400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IN" altLang="en-US" sz="1400"/>
          </a:p>
        </p:txBody>
      </p:sp>
      <p:sp>
        <p:nvSpPr>
          <p:cNvPr id="13315" name="Rectangle 1">
            <a:extLst>
              <a:ext uri="{FF2B5EF4-FFF2-40B4-BE49-F238E27FC236}">
                <a16:creationId xmlns:a16="http://schemas.microsoft.com/office/drawing/2014/main" id="{7273468E-1AA1-515A-5084-81893DFA43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3316" name="Rectangle 2">
            <a:extLst>
              <a:ext uri="{FF2B5EF4-FFF2-40B4-BE49-F238E27FC236}">
                <a16:creationId xmlns:a16="http://schemas.microsoft.com/office/drawing/2014/main" id="{97016F54-1CB3-BCF2-EEDA-79BF3D69CA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6">
            <a:extLst>
              <a:ext uri="{FF2B5EF4-FFF2-40B4-BE49-F238E27FC236}">
                <a16:creationId xmlns:a16="http://schemas.microsoft.com/office/drawing/2014/main" id="{D4F95EA1-C54D-7E65-EDF2-47746E8E379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4E9A0E8-9DBE-4F2E-9293-C880EC4568C1}" type="slidenum">
              <a:rPr lang="en-IN" altLang="en-US" sz="1400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IN" altLang="en-US" sz="1400"/>
          </a:p>
        </p:txBody>
      </p:sp>
      <p:sp>
        <p:nvSpPr>
          <p:cNvPr id="15363" name="Rectangle 1">
            <a:extLst>
              <a:ext uri="{FF2B5EF4-FFF2-40B4-BE49-F238E27FC236}">
                <a16:creationId xmlns:a16="http://schemas.microsoft.com/office/drawing/2014/main" id="{BA65C93A-1213-AE9E-0072-9EEDB2A1F17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5364" name="Rectangle 2">
            <a:extLst>
              <a:ext uri="{FF2B5EF4-FFF2-40B4-BE49-F238E27FC236}">
                <a16:creationId xmlns:a16="http://schemas.microsoft.com/office/drawing/2014/main" id="{B150CD1D-C86F-4E2B-B837-F0AB211FCD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6">
            <a:extLst>
              <a:ext uri="{FF2B5EF4-FFF2-40B4-BE49-F238E27FC236}">
                <a16:creationId xmlns:a16="http://schemas.microsoft.com/office/drawing/2014/main" id="{3DA4F0A8-8195-6AE2-6CDF-9C9D204034D4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AC4748F-BDE6-427E-8130-7511D06B4477}" type="slidenum">
              <a:rPr lang="en-IN" altLang="en-US" sz="1400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IN" altLang="en-US" sz="1400"/>
          </a:p>
        </p:txBody>
      </p:sp>
      <p:sp>
        <p:nvSpPr>
          <p:cNvPr id="17411" name="Rectangle 1">
            <a:extLst>
              <a:ext uri="{FF2B5EF4-FFF2-40B4-BE49-F238E27FC236}">
                <a16:creationId xmlns:a16="http://schemas.microsoft.com/office/drawing/2014/main" id="{0E48A7DC-9D37-ED2D-6CBE-F604E11344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2" name="Rectangle 2">
            <a:extLst>
              <a:ext uri="{FF2B5EF4-FFF2-40B4-BE49-F238E27FC236}">
                <a16:creationId xmlns:a16="http://schemas.microsoft.com/office/drawing/2014/main" id="{1FD5B3B9-EC57-7D59-FEC1-F6800004F5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>
            <a:extLst>
              <a:ext uri="{FF2B5EF4-FFF2-40B4-BE49-F238E27FC236}">
                <a16:creationId xmlns:a16="http://schemas.microsoft.com/office/drawing/2014/main" id="{8DEED38D-07C7-9042-2B88-CA31CD072A53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604F069-DEB4-42CB-B7E1-47DECD53D774}" type="slidenum">
              <a:rPr lang="en-IN" altLang="en-US" sz="1400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IN" altLang="en-US" sz="1400"/>
          </a:p>
        </p:txBody>
      </p:sp>
      <p:sp>
        <p:nvSpPr>
          <p:cNvPr id="19459" name="Rectangle 1">
            <a:extLst>
              <a:ext uri="{FF2B5EF4-FFF2-40B4-BE49-F238E27FC236}">
                <a16:creationId xmlns:a16="http://schemas.microsoft.com/office/drawing/2014/main" id="{8BB938E3-42CA-0EBF-43BC-C5448B5AE95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9460" name="Rectangle 2">
            <a:extLst>
              <a:ext uri="{FF2B5EF4-FFF2-40B4-BE49-F238E27FC236}">
                <a16:creationId xmlns:a16="http://schemas.microsoft.com/office/drawing/2014/main" id="{66BA705E-A81A-E454-2973-5185663E7F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6">
            <a:extLst>
              <a:ext uri="{FF2B5EF4-FFF2-40B4-BE49-F238E27FC236}">
                <a16:creationId xmlns:a16="http://schemas.microsoft.com/office/drawing/2014/main" id="{27F72E8F-5429-E3B1-28A2-EE7F67D19B3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3C55308-C5DF-4B1F-8D91-8FF4DAA9BB8C}" type="slidenum">
              <a:rPr lang="en-IN" altLang="en-US" sz="1400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n-IN" altLang="en-US" sz="1400"/>
          </a:p>
        </p:txBody>
      </p:sp>
      <p:sp>
        <p:nvSpPr>
          <p:cNvPr id="21507" name="Rectangle 1">
            <a:extLst>
              <a:ext uri="{FF2B5EF4-FFF2-40B4-BE49-F238E27FC236}">
                <a16:creationId xmlns:a16="http://schemas.microsoft.com/office/drawing/2014/main" id="{291BC7CD-6D5D-D320-D2A2-6C04675C5D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1508" name="Rectangle 2">
            <a:extLst>
              <a:ext uri="{FF2B5EF4-FFF2-40B4-BE49-F238E27FC236}">
                <a16:creationId xmlns:a16="http://schemas.microsoft.com/office/drawing/2014/main" id="{F441629B-DA2F-88E0-FBBF-2ECCD85209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6">
            <a:extLst>
              <a:ext uri="{FF2B5EF4-FFF2-40B4-BE49-F238E27FC236}">
                <a16:creationId xmlns:a16="http://schemas.microsoft.com/office/drawing/2014/main" id="{A8674AD0-5474-29BB-7B8C-757F3C96F04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F338D95-8DE4-4A68-BADE-533208FDA456}" type="slidenum">
              <a:rPr lang="en-IN" altLang="en-US" sz="1400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en-IN" altLang="en-US" sz="1400"/>
          </a:p>
        </p:txBody>
      </p:sp>
      <p:sp>
        <p:nvSpPr>
          <p:cNvPr id="23555" name="Rectangle 1">
            <a:extLst>
              <a:ext uri="{FF2B5EF4-FFF2-40B4-BE49-F238E27FC236}">
                <a16:creationId xmlns:a16="http://schemas.microsoft.com/office/drawing/2014/main" id="{B58B374C-E251-0C7D-38DD-6D183B441C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3556" name="Rectangle 2">
            <a:extLst>
              <a:ext uri="{FF2B5EF4-FFF2-40B4-BE49-F238E27FC236}">
                <a16:creationId xmlns:a16="http://schemas.microsoft.com/office/drawing/2014/main" id="{ECE06795-815E-DA87-4D52-3E7719DF11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0D30EE-E959-26BC-73F2-59447B5AA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6">
            <a:extLst>
              <a:ext uri="{FF2B5EF4-FFF2-40B4-BE49-F238E27FC236}">
                <a16:creationId xmlns:a16="http://schemas.microsoft.com/office/drawing/2014/main" id="{8A3B3FC9-2F35-5EA6-0982-95FC30C1CE25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F338D95-8DE4-4A68-BADE-533208FDA456}" type="slidenum">
              <a:rPr lang="en-IN" altLang="en-US" sz="1400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en-IN" altLang="en-US" sz="1400"/>
          </a:p>
        </p:txBody>
      </p:sp>
      <p:sp>
        <p:nvSpPr>
          <p:cNvPr id="23555" name="Rectangle 1">
            <a:extLst>
              <a:ext uri="{FF2B5EF4-FFF2-40B4-BE49-F238E27FC236}">
                <a16:creationId xmlns:a16="http://schemas.microsoft.com/office/drawing/2014/main" id="{61DE9F07-2D5B-813C-4F94-5F0CA1874D6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3556" name="Rectangle 2">
            <a:extLst>
              <a:ext uri="{FF2B5EF4-FFF2-40B4-BE49-F238E27FC236}">
                <a16:creationId xmlns:a16="http://schemas.microsoft.com/office/drawing/2014/main" id="{B37632D4-9A6F-77CD-689E-B947349C16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21997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6">
            <a:extLst>
              <a:ext uri="{FF2B5EF4-FFF2-40B4-BE49-F238E27FC236}">
                <a16:creationId xmlns:a16="http://schemas.microsoft.com/office/drawing/2014/main" id="{9F32DF13-4A79-5C4B-2528-7AAE3B9541B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CCD6AA5-DBDD-4833-85FE-C15C090D66B4}" type="slidenum">
              <a:rPr lang="en-IN" altLang="en-US" sz="1400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en-IN" altLang="en-US" sz="1400"/>
          </a:p>
        </p:txBody>
      </p:sp>
      <p:sp>
        <p:nvSpPr>
          <p:cNvPr id="25603" name="Rectangle 1">
            <a:extLst>
              <a:ext uri="{FF2B5EF4-FFF2-40B4-BE49-F238E27FC236}">
                <a16:creationId xmlns:a16="http://schemas.microsoft.com/office/drawing/2014/main" id="{41CFC251-A676-E71A-40F4-C7F9EE77B4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5604" name="Rectangle 2">
            <a:extLst>
              <a:ext uri="{FF2B5EF4-FFF2-40B4-BE49-F238E27FC236}">
                <a16:creationId xmlns:a16="http://schemas.microsoft.com/office/drawing/2014/main" id="{BD080383-8BA6-31F3-606C-6988C72DB8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7">
            <a:extLst>
              <a:ext uri="{FF2B5EF4-FFF2-40B4-BE49-F238E27FC236}">
                <a16:creationId xmlns:a16="http://schemas.microsoft.com/office/drawing/2014/main" id="{0CC5FA9B-92FF-6571-5015-99067142E036}"/>
              </a:ext>
            </a:extLst>
          </p:cNvPr>
          <p:cNvGrpSpPr>
            <a:grpSpLocks/>
          </p:cNvGrpSpPr>
          <p:nvPr/>
        </p:nvGrpSpPr>
        <p:grpSpPr bwMode="auto">
          <a:xfrm>
            <a:off x="-9525" y="-9525"/>
            <a:ext cx="10110788" cy="7578725"/>
            <a:chOff x="-8466" y="-8468"/>
            <a:chExt cx="9171316" cy="6874935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7438B85C-240D-6F8E-40D8-AA14C906F7F0}"/>
                </a:ext>
              </a:extLst>
            </p:cNvPr>
            <p:cNvCxnSpPr/>
            <p:nvPr/>
          </p:nvCxnSpPr>
          <p:spPr>
            <a:xfrm flipV="1">
              <a:off x="5130870" y="4174961"/>
              <a:ext cx="4021900" cy="268286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CEBCCAE-1034-7CF0-C5A7-A18F0BD5910A}"/>
                </a:ext>
              </a:extLst>
            </p:cNvPr>
            <p:cNvCxnSpPr/>
            <p:nvPr/>
          </p:nvCxnSpPr>
          <p:spPr>
            <a:xfrm>
              <a:off x="7043180" y="172"/>
              <a:ext cx="1218234" cy="6857654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Freeform 29">
              <a:extLst>
                <a:ext uri="{FF2B5EF4-FFF2-40B4-BE49-F238E27FC236}">
                  <a16:creationId xmlns:a16="http://schemas.microsoft.com/office/drawing/2014/main" id="{B0E99566-D126-A023-B152-8FAD7C18CC24}"/>
                </a:ext>
              </a:extLst>
            </p:cNvPr>
            <p:cNvSpPr/>
            <p:nvPr/>
          </p:nvSpPr>
          <p:spPr>
            <a:xfrm>
              <a:off x="6891981" y="172"/>
              <a:ext cx="2269429" cy="6866295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30">
              <a:extLst>
                <a:ext uri="{FF2B5EF4-FFF2-40B4-BE49-F238E27FC236}">
                  <a16:creationId xmlns:a16="http://schemas.microsoft.com/office/drawing/2014/main" id="{15E0BC48-4228-EF9F-D223-7CF732D4BFC0}"/>
                </a:ext>
              </a:extLst>
            </p:cNvPr>
            <p:cNvSpPr/>
            <p:nvPr/>
          </p:nvSpPr>
          <p:spPr>
            <a:xfrm>
              <a:off x="7204459" y="-8468"/>
              <a:ext cx="1948310" cy="6866295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31">
              <a:extLst>
                <a:ext uri="{FF2B5EF4-FFF2-40B4-BE49-F238E27FC236}">
                  <a16:creationId xmlns:a16="http://schemas.microsoft.com/office/drawing/2014/main" id="{B5187955-AD4F-21F0-8808-5D89333FBD2F}"/>
                </a:ext>
              </a:extLst>
            </p:cNvPr>
            <p:cNvSpPr/>
            <p:nvPr/>
          </p:nvSpPr>
          <p:spPr>
            <a:xfrm>
              <a:off x="6638542" y="3920066"/>
              <a:ext cx="2512788" cy="2937760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32">
              <a:extLst>
                <a:ext uri="{FF2B5EF4-FFF2-40B4-BE49-F238E27FC236}">
                  <a16:creationId xmlns:a16="http://schemas.microsoft.com/office/drawing/2014/main" id="{8CC77338-27B2-AD72-A30A-CC1C2F1C1618}"/>
                </a:ext>
              </a:extLst>
            </p:cNvPr>
            <p:cNvSpPr/>
            <p:nvPr/>
          </p:nvSpPr>
          <p:spPr>
            <a:xfrm>
              <a:off x="7010060" y="-8468"/>
              <a:ext cx="2142710" cy="6866295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33">
              <a:extLst>
                <a:ext uri="{FF2B5EF4-FFF2-40B4-BE49-F238E27FC236}">
                  <a16:creationId xmlns:a16="http://schemas.microsoft.com/office/drawing/2014/main" id="{CC8EEC60-8C25-C0AC-ED33-9C290543C144}"/>
                </a:ext>
              </a:extLst>
            </p:cNvPr>
            <p:cNvSpPr/>
            <p:nvPr/>
          </p:nvSpPr>
          <p:spPr>
            <a:xfrm>
              <a:off x="8295974" y="-8468"/>
              <a:ext cx="856795" cy="6866295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34">
              <a:extLst>
                <a:ext uri="{FF2B5EF4-FFF2-40B4-BE49-F238E27FC236}">
                  <a16:creationId xmlns:a16="http://schemas.microsoft.com/office/drawing/2014/main" id="{5FC4C901-6318-5807-A07B-ACBCA487D3A5}"/>
                </a:ext>
              </a:extLst>
            </p:cNvPr>
            <p:cNvSpPr/>
            <p:nvPr/>
          </p:nvSpPr>
          <p:spPr>
            <a:xfrm>
              <a:off x="8094375" y="-8468"/>
              <a:ext cx="1067034" cy="6866295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35">
              <a:extLst>
                <a:ext uri="{FF2B5EF4-FFF2-40B4-BE49-F238E27FC236}">
                  <a16:creationId xmlns:a16="http://schemas.microsoft.com/office/drawing/2014/main" id="{005BD309-7DC7-8669-DBAD-2D7BC77DC0F7}"/>
                </a:ext>
              </a:extLst>
            </p:cNvPr>
            <p:cNvSpPr/>
            <p:nvPr/>
          </p:nvSpPr>
          <p:spPr>
            <a:xfrm>
              <a:off x="8068455" y="4893559"/>
              <a:ext cx="1094395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7">
              <a:extLst>
                <a:ext uri="{FF2B5EF4-FFF2-40B4-BE49-F238E27FC236}">
                  <a16:creationId xmlns:a16="http://schemas.microsoft.com/office/drawing/2014/main" id="{5D7E130A-30D2-F28C-8A4F-CCF84B0406F5}"/>
                </a:ext>
              </a:extLst>
            </p:cNvPr>
            <p:cNvSpPr/>
            <p:nvPr/>
          </p:nvSpPr>
          <p:spPr>
            <a:xfrm>
              <a:off x="-8466" y="-8468"/>
              <a:ext cx="863996" cy="5698391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46403" y="2650553"/>
            <a:ext cx="6423553" cy="1814743"/>
          </a:xfrm>
        </p:spPr>
        <p:txBody>
          <a:bodyPr anchor="b">
            <a:noAutofit/>
          </a:bodyPr>
          <a:lstStyle>
            <a:lvl1pPr algn="r">
              <a:defRPr sz="5952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46403" y="4465295"/>
            <a:ext cx="6423553" cy="1209128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07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11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1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19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238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278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31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2237F7FE-3F07-E3D4-5425-4541CD3AD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40C580-7A5E-4239-8C35-FAB77AA22417}" type="datetimeFigureOut">
              <a:rPr lang="en-US"/>
              <a:pPr>
                <a:defRPr/>
              </a:pPr>
              <a:t>3/31/2026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2B72B78-B264-31EC-039C-307C71E46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6E816140-843D-F9DC-93B9-2E05E4AD0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4EE591-33F0-42BB-9A37-AB89FFB06B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161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96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A12ED4-36E5-C1AE-AD43-70F2A2A20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53A7DE-4750-4C11-9F05-3613029CAB05}" type="datetimeFigureOut">
              <a:rPr lang="en-US"/>
              <a:pPr>
                <a:defRPr/>
              </a:pPr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2F137B-CA6D-3946-DE99-E5E2F72FC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79285F-6314-4AAE-6C14-37643A6E5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08293C-7C1B-4305-A69E-CD38E704C4C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565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0" y="2977208"/>
            <a:ext cx="6997915" cy="2013467"/>
          </a:xfrm>
        </p:spPr>
        <p:txBody>
          <a:bodyPr anchor="b"/>
          <a:lstStyle>
            <a:lvl1pPr algn="l">
              <a:defRPr sz="4409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0" y="4990673"/>
            <a:ext cx="6997915" cy="948432"/>
          </a:xfrm>
        </p:spPr>
        <p:txBody>
          <a:bodyPr anchor="t"/>
          <a:lstStyle>
            <a:lvl1pPr marL="0" indent="0" algn="l">
              <a:buNone/>
              <a:defRPr sz="2205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702B4-6FEA-7FB1-8F1B-2D5745379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9C6BA3-D9AC-4768-BCCE-547183ED1797}" type="datetimeFigureOut">
              <a:rPr lang="en-US"/>
              <a:pPr>
                <a:defRPr/>
              </a:pPr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E2E1F-E914-3E82-64D9-27558AE41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692A16-D6FF-70D1-A45E-693A439E2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FA0245-4420-48AF-82B7-F41BCD9AE18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636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2" y="671971"/>
            <a:ext cx="6997914" cy="14559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2042" y="2381649"/>
            <a:ext cx="3404426" cy="4277832"/>
          </a:xfrm>
        </p:spPr>
        <p:txBody>
          <a:bodyPr/>
          <a:lstStyle>
            <a:lvl1pPr>
              <a:defRPr sz="1984"/>
            </a:lvl1pPr>
            <a:lvl2pPr>
              <a:defRPr sz="1764"/>
            </a:lvl2pPr>
            <a:lvl3pPr>
              <a:defRPr sz="1543"/>
            </a:lvl3pPr>
            <a:lvl4pPr>
              <a:defRPr sz="1323"/>
            </a:lvl4pPr>
            <a:lvl5pPr>
              <a:defRPr sz="1323"/>
            </a:lvl5pPr>
            <a:lvl6pPr>
              <a:defRPr sz="1323"/>
            </a:lvl6pPr>
            <a:lvl7pPr>
              <a:defRPr sz="1323"/>
            </a:lvl7pPr>
            <a:lvl8pPr>
              <a:defRPr sz="1323"/>
            </a:lvl8pPr>
            <a:lvl9pPr>
              <a:defRPr sz="132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5529" y="2381651"/>
            <a:ext cx="3404427" cy="4277834"/>
          </a:xfrm>
        </p:spPr>
        <p:txBody>
          <a:bodyPr/>
          <a:lstStyle>
            <a:lvl1pPr>
              <a:defRPr sz="1984"/>
            </a:lvl1pPr>
            <a:lvl2pPr>
              <a:defRPr sz="1764"/>
            </a:lvl2pPr>
            <a:lvl3pPr>
              <a:defRPr sz="1543"/>
            </a:lvl3pPr>
            <a:lvl4pPr>
              <a:defRPr sz="1323"/>
            </a:lvl4pPr>
            <a:lvl5pPr>
              <a:defRPr sz="1323"/>
            </a:lvl5pPr>
            <a:lvl6pPr>
              <a:defRPr sz="1323"/>
            </a:lvl6pPr>
            <a:lvl7pPr>
              <a:defRPr sz="1323"/>
            </a:lvl7pPr>
            <a:lvl8pPr>
              <a:defRPr sz="1323"/>
            </a:lvl8pPr>
            <a:lvl9pPr>
              <a:defRPr sz="132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9B2FCCD-6481-9314-1F58-E44455AF7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589777-3761-4ABB-AD80-43ED748B6181}" type="datetimeFigureOut">
              <a:rPr lang="en-US"/>
              <a:pPr>
                <a:defRPr/>
              </a:pPr>
              <a:t>3/31/2026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AA4D042-713E-78DF-437A-6331EA1FE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6E9DA41-7B24-E28A-DC40-533B3EB28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050C24-A1B2-479C-814B-EB820F5D034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292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1" y="671971"/>
            <a:ext cx="6997913" cy="145593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1" y="2382084"/>
            <a:ext cx="3407251" cy="635222"/>
          </a:xfrm>
        </p:spPr>
        <p:txBody>
          <a:bodyPr anchor="b">
            <a:noAutofit/>
          </a:bodyPr>
          <a:lstStyle>
            <a:lvl1pPr marL="0" indent="0">
              <a:buNone/>
              <a:defRPr sz="2646" b="0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2041" y="3017307"/>
            <a:ext cx="3407251" cy="36421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62702" y="2382084"/>
            <a:ext cx="3407251" cy="635222"/>
          </a:xfrm>
        </p:spPr>
        <p:txBody>
          <a:bodyPr anchor="b">
            <a:noAutofit/>
          </a:bodyPr>
          <a:lstStyle>
            <a:lvl1pPr marL="0" indent="0">
              <a:buNone/>
              <a:defRPr sz="2646" b="0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62702" y="3017307"/>
            <a:ext cx="3407251" cy="36421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B8685F8-DB36-905A-8F89-6CDF9472D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5D734F-24FF-4235-8C0A-E857C3C0C702}" type="datetimeFigureOut">
              <a:rPr lang="en-US"/>
              <a:pPr>
                <a:defRPr/>
              </a:pPr>
              <a:t>3/31/2026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B614919-4465-19A6-9A1A-5A109896E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E8DE678-29D2-D1A7-7EF2-22A12AEA0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7DAD67-7F11-4274-8BD9-4A37BB773BE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821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1" y="671971"/>
            <a:ext cx="6997914" cy="14559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D1A7A85-4E86-4F11-B11F-4EA08A086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3B3507-95E6-4E07-B3A2-6B77BC098802}" type="datetimeFigureOut">
              <a:rPr lang="en-US"/>
              <a:pPr>
                <a:defRPr/>
              </a:pPr>
              <a:t>3/31/2026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400817D-CE06-59B4-7337-BE53B7D7A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77EB165-95DC-A4FB-DC9B-C70BB4762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224733-E1B2-4603-9465-53CC0113A8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175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C4FAD9D1-ED4F-F9CC-B2C4-3A9C0C08D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EA81FB-6BD0-4B66-B5CB-D986B9FD3CA4}" type="datetimeFigureOut">
              <a:rPr lang="en-US"/>
              <a:pPr>
                <a:defRPr/>
              </a:pPr>
              <a:t>3/31/2026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1AF7747-9CAC-F1F2-EF7F-022C39E80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36B1AC0-DE70-E725-4230-35EB33003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B44F28-2D5B-45A3-B751-75B925E8826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192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1" y="1651933"/>
            <a:ext cx="3075982" cy="1409272"/>
          </a:xfrm>
        </p:spPr>
        <p:txBody>
          <a:bodyPr anchor="b"/>
          <a:lstStyle>
            <a:lvl1pPr>
              <a:defRPr sz="220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7083" y="567610"/>
            <a:ext cx="3732871" cy="60918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2041" y="3061205"/>
            <a:ext cx="3075982" cy="2848876"/>
          </a:xfrm>
        </p:spPr>
        <p:txBody>
          <a:bodyPr/>
          <a:lstStyle>
            <a:lvl1pPr marL="0" indent="0">
              <a:buNone/>
              <a:defRPr sz="1543"/>
            </a:lvl1pPr>
            <a:lvl2pPr marL="377979" indent="0">
              <a:buNone/>
              <a:defRPr sz="1157"/>
            </a:lvl2pPr>
            <a:lvl3pPr marL="755957" indent="0">
              <a:buNone/>
              <a:defRPr sz="992"/>
            </a:lvl3pPr>
            <a:lvl4pPr marL="1133936" indent="0">
              <a:buNone/>
              <a:defRPr sz="827"/>
            </a:lvl4pPr>
            <a:lvl5pPr marL="1511915" indent="0">
              <a:buNone/>
              <a:defRPr sz="827"/>
            </a:lvl5pPr>
            <a:lvl6pPr marL="1889893" indent="0">
              <a:buNone/>
              <a:defRPr sz="827"/>
            </a:lvl6pPr>
            <a:lvl7pPr marL="2267872" indent="0">
              <a:buNone/>
              <a:defRPr sz="827"/>
            </a:lvl7pPr>
            <a:lvl8pPr marL="2645851" indent="0">
              <a:buNone/>
              <a:defRPr sz="827"/>
            </a:lvl8pPr>
            <a:lvl9pPr marL="3023829" indent="0">
              <a:buNone/>
              <a:defRPr sz="8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E0890E1-D7CB-AB82-041E-FFE5B0665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F20C40-303D-4A58-BB13-0B8EB0D96378}" type="datetimeFigureOut">
              <a:rPr lang="en-US"/>
              <a:pPr>
                <a:defRPr/>
              </a:pPr>
              <a:t>3/31/2026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5971D38-A6B9-6B6E-FF2A-CE08C5F2B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A7DB83B-F2A2-97CA-B770-1CCBF3025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BF8F56-394A-487C-BC10-F674F5F425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170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1" y="5291772"/>
            <a:ext cx="6997914" cy="624724"/>
          </a:xfrm>
        </p:spPr>
        <p:txBody>
          <a:bodyPr anchor="b"/>
          <a:lstStyle>
            <a:lvl1pPr algn="l">
              <a:defRPr sz="2646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2041" y="671971"/>
            <a:ext cx="6997914" cy="4239192"/>
          </a:xfrm>
        </p:spPr>
        <p:txBody>
          <a:bodyPr anchor="t"/>
          <a:lstStyle>
            <a:lvl1pPr marL="0" indent="0" algn="ctr">
              <a:buNone/>
              <a:defRPr sz="1764"/>
            </a:lvl1pPr>
            <a:lvl2pPr marL="503972" indent="0">
              <a:buNone/>
              <a:defRPr sz="1764"/>
            </a:lvl2pPr>
            <a:lvl3pPr marL="1007943" indent="0">
              <a:buNone/>
              <a:defRPr sz="1764"/>
            </a:lvl3pPr>
            <a:lvl4pPr marL="1511915" indent="0">
              <a:buNone/>
              <a:defRPr sz="1764"/>
            </a:lvl4pPr>
            <a:lvl5pPr marL="2015886" indent="0">
              <a:buNone/>
              <a:defRPr sz="1764"/>
            </a:lvl5pPr>
            <a:lvl6pPr marL="2519858" indent="0">
              <a:buNone/>
              <a:defRPr sz="1764"/>
            </a:lvl6pPr>
            <a:lvl7pPr marL="3023829" indent="0">
              <a:buNone/>
              <a:defRPr sz="1764"/>
            </a:lvl7pPr>
            <a:lvl8pPr marL="3527801" indent="0">
              <a:buNone/>
              <a:defRPr sz="1764"/>
            </a:lvl8pPr>
            <a:lvl9pPr marL="4031772" indent="0">
              <a:buNone/>
              <a:defRPr sz="1764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2041" y="5916496"/>
            <a:ext cx="6997914" cy="742987"/>
          </a:xfrm>
        </p:spPr>
        <p:txBody>
          <a:bodyPr/>
          <a:lstStyle>
            <a:lvl1pPr marL="0" indent="0">
              <a:buNone/>
              <a:defRPr sz="1323"/>
            </a:lvl1pPr>
            <a:lvl2pPr marL="503972" indent="0">
              <a:buNone/>
              <a:defRPr sz="1323"/>
            </a:lvl2pPr>
            <a:lvl3pPr marL="1007943" indent="0">
              <a:buNone/>
              <a:defRPr sz="1102"/>
            </a:lvl3pPr>
            <a:lvl4pPr marL="1511915" indent="0">
              <a:buNone/>
              <a:defRPr sz="992"/>
            </a:lvl4pPr>
            <a:lvl5pPr marL="2015886" indent="0">
              <a:buNone/>
              <a:defRPr sz="992"/>
            </a:lvl5pPr>
            <a:lvl6pPr marL="2519858" indent="0">
              <a:buNone/>
              <a:defRPr sz="992"/>
            </a:lvl6pPr>
            <a:lvl7pPr marL="3023829" indent="0">
              <a:buNone/>
              <a:defRPr sz="992"/>
            </a:lvl7pPr>
            <a:lvl8pPr marL="3527801" indent="0">
              <a:buNone/>
              <a:defRPr sz="992"/>
            </a:lvl8pPr>
            <a:lvl9pPr marL="4031772" indent="0">
              <a:buNone/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2A8040D-35F2-EB2C-5173-19F9E6C29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FDE380-13A5-49F4-91C1-DE2B183D45CA}" type="datetimeFigureOut">
              <a:rPr lang="en-US"/>
              <a:pPr>
                <a:defRPr/>
              </a:pPr>
              <a:t>3/31/2026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035E709-40AF-79BC-5466-0DD1D19CB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B5AA8F0-0214-1F34-0169-6ED2B611B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F7E80D-4A11-4B62-84AB-6990477999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554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2" y="671971"/>
            <a:ext cx="6997914" cy="3751839"/>
          </a:xfrm>
        </p:spPr>
        <p:txBody>
          <a:bodyPr anchor="ctr"/>
          <a:lstStyle>
            <a:lvl1pPr algn="l">
              <a:defRPr sz="485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2" y="4927788"/>
            <a:ext cx="6997914" cy="1731695"/>
          </a:xfrm>
        </p:spPr>
        <p:txBody>
          <a:bodyPr anchor="ctr"/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3621E-E96F-6B43-7475-33551F5B6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C7F801-482A-45F2-BBEF-65BFD9642D2D}" type="datetimeFigureOut">
              <a:rPr lang="en-US"/>
              <a:pPr>
                <a:defRPr/>
              </a:pPr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8EA397-EC7A-E1FD-ED16-E93073497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0708A2-2628-84C8-BBD0-C72229968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AF6BD0-C214-4B0F-87F5-E759BEAFE0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971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82C5822-92A2-3CF6-1CE5-3EA7435755BC}"/>
              </a:ext>
            </a:extLst>
          </p:cNvPr>
          <p:cNvSpPr txBox="1"/>
          <p:nvPr/>
        </p:nvSpPr>
        <p:spPr>
          <a:xfrm>
            <a:off x="531813" y="871538"/>
            <a:ext cx="504825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22D313-D9B9-5B68-8F85-D68C3ADF2C13}"/>
              </a:ext>
            </a:extLst>
          </p:cNvPr>
          <p:cNvSpPr txBox="1"/>
          <p:nvPr/>
        </p:nvSpPr>
        <p:spPr>
          <a:xfrm>
            <a:off x="7439025" y="3181350"/>
            <a:ext cx="503238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257" y="671971"/>
            <a:ext cx="6694159" cy="3331857"/>
          </a:xfrm>
        </p:spPr>
        <p:txBody>
          <a:bodyPr anchor="ctr"/>
          <a:lstStyle>
            <a:lvl1pPr algn="l">
              <a:defRPr sz="485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213857" y="4003828"/>
            <a:ext cx="5974958" cy="419982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76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0" y="4927788"/>
            <a:ext cx="6997915" cy="1731695"/>
          </a:xfrm>
        </p:spPr>
        <p:txBody>
          <a:bodyPr anchor="ctr"/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E2E0F327-6810-0E39-34E9-ACD2C929BB1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B56AEC-92FC-47C2-B6E9-97EC4F65250E}" type="datetimeFigureOut">
              <a:rPr lang="en-US"/>
              <a:pPr>
                <a:defRPr/>
              </a:pPr>
              <a:t>3/31/2026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B8F0138-1CB8-8247-06AA-44E27BDEA9F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77D8874-3671-29A4-E39A-9623FDD4C8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058192-3E32-44D3-ADA0-5E69AB61090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0963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0" y="2129659"/>
            <a:ext cx="6997915" cy="2861014"/>
          </a:xfrm>
        </p:spPr>
        <p:txBody>
          <a:bodyPr anchor="b"/>
          <a:lstStyle>
            <a:lvl1pPr algn="l">
              <a:defRPr sz="485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0" y="4990673"/>
            <a:ext cx="6997915" cy="1668810"/>
          </a:xfrm>
        </p:spPr>
        <p:txBody>
          <a:bodyPr anchor="t"/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EAC4B2-1A6F-FCF7-33B9-CEA516773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A08D5B-C39A-42F6-86C9-FEDBDD8F5721}" type="datetimeFigureOut">
              <a:rPr lang="en-US"/>
              <a:pPr>
                <a:defRPr/>
              </a:pPr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A07516-BFB6-6DC2-4A53-7B286FB20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298A6B-82BD-8C6D-CCB4-6CE842EFE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7F0474-CB59-4B74-B54D-1F0BD266B8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5011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AD9F188-BB2D-AAB2-A940-408F9AE6DE3A}"/>
              </a:ext>
            </a:extLst>
          </p:cNvPr>
          <p:cNvSpPr txBox="1"/>
          <p:nvPr/>
        </p:nvSpPr>
        <p:spPr>
          <a:xfrm>
            <a:off x="531813" y="871538"/>
            <a:ext cx="504825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1AB762-66B8-3D18-1AAE-75E9C050FEB4}"/>
              </a:ext>
            </a:extLst>
          </p:cNvPr>
          <p:cNvSpPr txBox="1"/>
          <p:nvPr/>
        </p:nvSpPr>
        <p:spPr>
          <a:xfrm>
            <a:off x="7439025" y="3181350"/>
            <a:ext cx="503238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257" y="671971"/>
            <a:ext cx="6694159" cy="3331857"/>
          </a:xfrm>
        </p:spPr>
        <p:txBody>
          <a:bodyPr anchor="ctr"/>
          <a:lstStyle>
            <a:lvl1pPr algn="l">
              <a:defRPr sz="485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2038" y="4423810"/>
            <a:ext cx="6997916" cy="566863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646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0" y="4990673"/>
            <a:ext cx="6997915" cy="1668810"/>
          </a:xfrm>
        </p:spPr>
        <p:txBody>
          <a:bodyPr anchor="t"/>
          <a:lstStyle>
            <a:lvl1pPr marL="0" indent="0" algn="l">
              <a:buNone/>
              <a:defRPr sz="198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B1B54C07-0845-4CA2-6A48-E885E4F7D15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2F37B7-7FBC-4C0D-8858-06A84CB693CA}" type="datetimeFigureOut">
              <a:rPr lang="en-US"/>
              <a:pPr>
                <a:defRPr/>
              </a:pPr>
              <a:t>3/31/2026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D0074F7-C52C-594D-8E2B-D16D38AA470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CBE3002-6E74-A1A8-EB67-955554AC3A0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AC6D20-53E6-4644-B8CD-AA8231FF95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717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8930" y="671971"/>
            <a:ext cx="6991025" cy="3331857"/>
          </a:xfrm>
        </p:spPr>
        <p:txBody>
          <a:bodyPr anchor="ctr"/>
          <a:lstStyle>
            <a:lvl1pPr algn="l">
              <a:defRPr sz="485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2038" y="4423810"/>
            <a:ext cx="6997916" cy="566863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646">
                <a:solidFill>
                  <a:schemeClr val="accent1"/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0" y="4990673"/>
            <a:ext cx="6997915" cy="1668810"/>
          </a:xfrm>
        </p:spPr>
        <p:txBody>
          <a:bodyPr anchor="t"/>
          <a:lstStyle>
            <a:lvl1pPr marL="0" indent="0" algn="l">
              <a:buNone/>
              <a:defRPr sz="198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002B1E-1F95-464F-33D3-96F3D774217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838AAC-8FCB-4319-A461-142C43B4D60E}" type="datetimeFigureOut">
              <a:rPr lang="en-US"/>
              <a:pPr>
                <a:defRPr/>
              </a:pPr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B67DDD-0CAB-1E2F-62AF-246D7E16187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31195F-BCB3-F862-167B-E5B09EC391F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9CA985-1A41-45EA-B20F-DF1FA7F0FF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8601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14E1B5-539F-9FDA-65F6-5AB4EF212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F7FD09-8CB6-4885-981B-3A80A193AB26}" type="datetimeFigureOut">
              <a:rPr lang="en-US"/>
              <a:pPr>
                <a:defRPr/>
              </a:pPr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8BBFA4-0714-175E-4781-68B3E684A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4725E9-824C-7678-BB6C-43785CDA3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D5101A-67F0-4D6C-A22A-BB3D6C77D8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6180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89572" y="671972"/>
            <a:ext cx="1079072" cy="5788752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2041" y="671972"/>
            <a:ext cx="5727155" cy="578875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80CE46-24AF-247F-4C46-95367DCEE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CC5822-F83A-4B25-8294-BB2A574F69AE}" type="datetimeFigureOut">
              <a:rPr lang="en-US"/>
              <a:pPr>
                <a:defRPr/>
              </a:pPr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EFBA84-5E17-7290-FE36-BDE039FE5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EBEAAE-201E-FA8D-3F40-32FD3D7B6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427438-3211-48F5-A866-18CBE5D6CEC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743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16">
            <a:extLst>
              <a:ext uri="{FF2B5EF4-FFF2-40B4-BE49-F238E27FC236}">
                <a16:creationId xmlns:a16="http://schemas.microsoft.com/office/drawing/2014/main" id="{0041C1C2-6CE1-22FE-50F0-7E8C8B1787C7}"/>
              </a:ext>
            </a:extLst>
          </p:cNvPr>
          <p:cNvGrpSpPr>
            <a:grpSpLocks/>
          </p:cNvGrpSpPr>
          <p:nvPr/>
        </p:nvGrpSpPr>
        <p:grpSpPr bwMode="auto">
          <a:xfrm>
            <a:off x="-9525" y="-9525"/>
            <a:ext cx="10110788" cy="7578725"/>
            <a:chOff x="-8467" y="-8468"/>
            <a:chExt cx="9171317" cy="6874935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83923620-3476-F0C8-AEAB-6E0724D96F5C}"/>
                </a:ext>
              </a:extLst>
            </p:cNvPr>
            <p:cNvSpPr/>
            <p:nvPr/>
          </p:nvSpPr>
          <p:spPr>
            <a:xfrm>
              <a:off x="-8467" y="4013672"/>
              <a:ext cx="457918" cy="2852795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798DADA-3256-D599-EA25-D43B569C1683}"/>
                </a:ext>
              </a:extLst>
            </p:cNvPr>
            <p:cNvCxnSpPr/>
            <p:nvPr/>
          </p:nvCxnSpPr>
          <p:spPr>
            <a:xfrm flipV="1">
              <a:off x="5130869" y="4174961"/>
              <a:ext cx="4021900" cy="268286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A5ABB60-EA20-8CD4-E642-BC25ACFF0CA3}"/>
                </a:ext>
              </a:extLst>
            </p:cNvPr>
            <p:cNvCxnSpPr/>
            <p:nvPr/>
          </p:nvCxnSpPr>
          <p:spPr>
            <a:xfrm>
              <a:off x="7043180" y="172"/>
              <a:ext cx="1218234" cy="6857654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49269243-E36C-06D0-A034-6ED193B357A1}"/>
                </a:ext>
              </a:extLst>
            </p:cNvPr>
            <p:cNvSpPr/>
            <p:nvPr/>
          </p:nvSpPr>
          <p:spPr>
            <a:xfrm>
              <a:off x="6891980" y="172"/>
              <a:ext cx="2269429" cy="6866295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80DFC9E6-36A8-67E0-D7E2-26F957248C9F}"/>
                </a:ext>
              </a:extLst>
            </p:cNvPr>
            <p:cNvSpPr/>
            <p:nvPr/>
          </p:nvSpPr>
          <p:spPr>
            <a:xfrm>
              <a:off x="7204459" y="-8468"/>
              <a:ext cx="1948310" cy="6866295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F72480CC-123A-C9BD-5234-E9D9D6F933F6}"/>
                </a:ext>
              </a:extLst>
            </p:cNvPr>
            <p:cNvSpPr/>
            <p:nvPr/>
          </p:nvSpPr>
          <p:spPr>
            <a:xfrm>
              <a:off x="6638542" y="3920066"/>
              <a:ext cx="2512789" cy="2937760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620391A1-48B9-386A-FD18-1D3C10C42368}"/>
                </a:ext>
              </a:extLst>
            </p:cNvPr>
            <p:cNvSpPr/>
            <p:nvPr/>
          </p:nvSpPr>
          <p:spPr>
            <a:xfrm>
              <a:off x="7010060" y="-8468"/>
              <a:ext cx="2142710" cy="6866295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9445C599-02C5-F4EF-4DC4-584228680EB8}"/>
                </a:ext>
              </a:extLst>
            </p:cNvPr>
            <p:cNvSpPr/>
            <p:nvPr/>
          </p:nvSpPr>
          <p:spPr>
            <a:xfrm>
              <a:off x="8295974" y="-8468"/>
              <a:ext cx="856795" cy="6866295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0E4C3B7-6627-8A9C-5D14-93C49874059E}"/>
                </a:ext>
              </a:extLst>
            </p:cNvPr>
            <p:cNvSpPr/>
            <p:nvPr/>
          </p:nvSpPr>
          <p:spPr>
            <a:xfrm>
              <a:off x="8094375" y="-8468"/>
              <a:ext cx="1067034" cy="6866295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FA590F02-4941-4C2B-A375-F623F7461554}"/>
                </a:ext>
              </a:extLst>
            </p:cNvPr>
            <p:cNvSpPr/>
            <p:nvPr/>
          </p:nvSpPr>
          <p:spPr>
            <a:xfrm>
              <a:off x="8068455" y="4893559"/>
              <a:ext cx="1094395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659072-A172-9DC9-07A6-D68385E6C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513" y="671513"/>
            <a:ext cx="6997700" cy="14557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23F94B-C2D1-DD82-F519-EC6AD267A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1513" y="2381250"/>
            <a:ext cx="6997700" cy="4278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E76110-F9BC-A0DD-B85E-387FADA402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59475" y="6659563"/>
            <a:ext cx="754063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992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607FD37E-979D-4339-848A-0400CD102A38}" type="datetimeFigureOut">
              <a:rPr lang="en-US"/>
              <a:pPr>
                <a:defRPr/>
              </a:pPr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DCC2C5-EC30-2703-D1A3-4475A7DBCC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6659563"/>
            <a:ext cx="5097462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92" dirty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F62FE7-60B9-AAC8-4061-3C756F333D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04063" y="6659563"/>
            <a:ext cx="565150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992" smtClean="0">
                <a:solidFill>
                  <a:schemeClr val="accent1"/>
                </a:solidFill>
                <a:latin typeface="+mn-lt"/>
              </a:defRPr>
            </a:lvl1pPr>
          </a:lstStyle>
          <a:p>
            <a:pPr>
              <a:defRPr/>
            </a:pPr>
            <a:fld id="{C39031A6-9FF0-4F69-A41E-7A6EE1E60AE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40" r:id="rId11"/>
    <p:sldLayoutId id="2147483735" r:id="rId12"/>
    <p:sldLayoutId id="2147483741" r:id="rId13"/>
    <p:sldLayoutId id="2147483736" r:id="rId14"/>
    <p:sldLayoutId id="2147483737" r:id="rId15"/>
    <p:sldLayoutId id="2147483738" r:id="rId16"/>
  </p:sldLayoutIdLst>
  <p:txStyles>
    <p:titleStyle>
      <a:lvl1pPr algn="l" defTabSz="503238" rtl="0" fontAlgn="base">
        <a:spcBef>
          <a:spcPct val="0"/>
        </a:spcBef>
        <a:spcAft>
          <a:spcPct val="0"/>
        </a:spcAft>
        <a:defRPr sz="39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defTabSz="503238" rtl="0" fontAlgn="base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Trebuchet MS" panose="020B0603020202020204" pitchFamily="34" charset="0"/>
        </a:defRPr>
      </a:lvl2pPr>
      <a:lvl3pPr algn="l" defTabSz="503238" rtl="0" fontAlgn="base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Trebuchet MS" panose="020B0603020202020204" pitchFamily="34" charset="0"/>
        </a:defRPr>
      </a:lvl3pPr>
      <a:lvl4pPr algn="l" defTabSz="503238" rtl="0" fontAlgn="base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Trebuchet MS" panose="020B0603020202020204" pitchFamily="34" charset="0"/>
        </a:defRPr>
      </a:lvl4pPr>
      <a:lvl5pPr algn="l" defTabSz="503238" rtl="0" fontAlgn="base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Trebuchet MS" panose="020B0603020202020204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77825" indent="-377825" algn="l" defTabSz="503238" rtl="0" fontAlgn="base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900" kern="1200">
          <a:solidFill>
            <a:srgbClr val="404040"/>
          </a:solidFill>
          <a:latin typeface="+mn-lt"/>
          <a:ea typeface="+mn-ea"/>
          <a:cs typeface="+mn-cs"/>
        </a:defRPr>
      </a:lvl1pPr>
      <a:lvl2pPr marL="817563" indent="-314325" algn="l" defTabSz="503238" rtl="0" fontAlgn="base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700" kern="1200">
          <a:solidFill>
            <a:srgbClr val="404040"/>
          </a:solidFill>
          <a:latin typeface="+mn-lt"/>
          <a:ea typeface="+mn-ea"/>
          <a:cs typeface="+mn-cs"/>
        </a:defRPr>
      </a:lvl2pPr>
      <a:lvl3pPr marL="1258888" indent="-250825" algn="l" defTabSz="503238" rtl="0" fontAlgn="base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500" kern="1200">
          <a:solidFill>
            <a:srgbClr val="404040"/>
          </a:solidFill>
          <a:latin typeface="+mn-lt"/>
          <a:ea typeface="+mn-ea"/>
          <a:cs typeface="+mn-cs"/>
        </a:defRPr>
      </a:lvl3pPr>
      <a:lvl4pPr marL="1763713" indent="-250825" algn="l" defTabSz="503238" rtl="0" fontAlgn="base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300" kern="1200">
          <a:solidFill>
            <a:srgbClr val="404040"/>
          </a:solidFill>
          <a:latin typeface="+mn-lt"/>
          <a:ea typeface="+mn-ea"/>
          <a:cs typeface="+mn-cs"/>
        </a:defRPr>
      </a:lvl4pPr>
      <a:lvl5pPr marL="2266950" indent="-250825" algn="l" defTabSz="503238" rtl="0" fontAlgn="base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300" kern="1200">
          <a:solidFill>
            <a:srgbClr val="404040"/>
          </a:solidFill>
          <a:latin typeface="+mn-lt"/>
          <a:ea typeface="+mn-ea"/>
          <a:cs typeface="+mn-cs"/>
        </a:defRPr>
      </a:lvl5pPr>
      <a:lvl6pPr marL="2771844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3275815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779787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4283758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">
            <a:extLst>
              <a:ext uri="{FF2B5EF4-FFF2-40B4-BE49-F238E27FC236}">
                <a16:creationId xmlns:a16="http://schemas.microsoft.com/office/drawing/2014/main" id="{BC3F6B07-FFAF-328C-1EAB-1B1A05C0F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301625"/>
            <a:ext cx="9070975" cy="1262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31680" rIns="0" bIns="0" anchor="ctr"/>
          <a:lstStyle>
            <a:lvl1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 eaLnBrk="1" hangingPunct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IN" altLang="en-US" sz="3600" b="1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t>General Guidelines for Presentation</a:t>
            </a:r>
          </a:p>
        </p:txBody>
      </p:sp>
      <p:sp>
        <p:nvSpPr>
          <p:cNvPr id="7170" name="Rectangle 2">
            <a:extLst>
              <a:ext uri="{FF2B5EF4-FFF2-40B4-BE49-F238E27FC236}">
                <a16:creationId xmlns:a16="http://schemas.microsoft.com/office/drawing/2014/main" id="{B9375FC0-B0AF-18DE-CFDB-942A351E72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1768475"/>
            <a:ext cx="9070975" cy="498951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21240" rIns="0" bIns="0"/>
          <a:lstStyle>
            <a:lvl1pPr marL="430213" indent="-322263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1413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/>
            </a:pPr>
            <a:r>
              <a:rPr lang="en-IN" altLang="en-US" sz="2400">
                <a:latin typeface="Times New Roman" panose="02020603050405020304" pitchFamily="18" charset="0"/>
                <a:cs typeface="DejaVu Sans" charset="0"/>
              </a:rPr>
              <a:t>Slides should not be too heavy with content.  Better to create point wise.</a:t>
            </a: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1413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/>
            </a:pPr>
            <a:r>
              <a:rPr lang="en-IN" altLang="en-US" sz="2400">
                <a:latin typeface="Times New Roman" panose="02020603050405020304" pitchFamily="18" charset="0"/>
                <a:cs typeface="DejaVu Sans" charset="0"/>
              </a:rPr>
              <a:t>If you require more than one slide for any point, right click on that point slide then select duplicate slide and modify the duplicated slide.</a:t>
            </a: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1413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/>
            </a:pPr>
            <a:r>
              <a:rPr lang="en-IN" altLang="en-US" sz="2400">
                <a:latin typeface="Times New Roman" panose="02020603050405020304" pitchFamily="18" charset="0"/>
                <a:cs typeface="DejaVu Sans" charset="0"/>
              </a:rPr>
              <a:t>Diagrams must be aligned at centre and clearly visible with caption.</a:t>
            </a: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1413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/>
            </a:pPr>
            <a:r>
              <a:rPr lang="en-IN" altLang="en-US" sz="2400">
                <a:latin typeface="Times New Roman" panose="02020603050405020304" pitchFamily="18" charset="0"/>
                <a:cs typeface="DejaVu Sans" charset="0"/>
              </a:rPr>
              <a:t>All the mentioned fonts, font size, title content, etc should not change and strictly as per the given format and guidelines.</a:t>
            </a:r>
          </a:p>
          <a:p>
            <a:pPr eaLnBrk="1" fontAlgn="auto" hangingPunct="1">
              <a:lnSpc>
                <a:spcPct val="93000"/>
              </a:lnSpc>
              <a:spcBef>
                <a:spcPts val="0"/>
              </a:spcBef>
              <a:spcAft>
                <a:spcPts val="1413"/>
              </a:spcAft>
              <a:defRPr/>
            </a:pPr>
            <a:endParaRPr lang="en-IN" altLang="en-US" sz="2400">
              <a:cs typeface="DejaVu Sans" charset="0"/>
            </a:endParaRPr>
          </a:p>
          <a:p>
            <a:pPr marL="431800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1413"/>
              </a:spcAft>
              <a:defRPr/>
            </a:pPr>
            <a:endParaRPr lang="en-IN" altLang="en-US" sz="2400">
              <a:cs typeface="DejaVu Sans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">
            <a:extLst>
              <a:ext uri="{FF2B5EF4-FFF2-40B4-BE49-F238E27FC236}">
                <a16:creationId xmlns:a16="http://schemas.microsoft.com/office/drawing/2014/main" id="{78A6FC22-A96C-1885-C284-32806BC7A7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1768475"/>
            <a:ext cx="9070975" cy="5467350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60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Placement Hub 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altLang="en-US" sz="320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200" b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Group members with Student Id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20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Pushkaraj</a:t>
            </a:r>
            <a:r>
              <a:rPr lang="en-IN" altLang="en-US" sz="320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 Narkhede(24107077)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20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Nimish Bhoir(24107010)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20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Harsh Patil(24107070)</a:t>
            </a:r>
            <a:endParaRPr lang="en-IN" altLang="en-US"/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20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Prem Patil(24107132)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altLang="en-US" sz="320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altLang="en-US" sz="320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2800" b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Project Guide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Mrs. Richa Singh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B8B8179-B3AD-6C0D-8D5D-4FD01B80B637}"/>
              </a:ext>
            </a:extLst>
          </p:cNvPr>
          <p:cNvCxnSpPr/>
          <p:nvPr/>
        </p:nvCxnSpPr>
        <p:spPr>
          <a:xfrm>
            <a:off x="0" y="1743075"/>
            <a:ext cx="100806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073CE51F-3A0D-E00E-C6A7-3F2831960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080625" cy="1952477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">
            <a:extLst>
              <a:ext uri="{FF2B5EF4-FFF2-40B4-BE49-F238E27FC236}">
                <a16:creationId xmlns:a16="http://schemas.microsoft.com/office/drawing/2014/main" id="{5CA18294-F88C-CFF0-99E0-03503B1A2F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25" y="144463"/>
            <a:ext cx="9070975" cy="1057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31680" rIns="0" bIns="0" anchor="ctr"/>
          <a:lstStyle>
            <a:lvl1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 eaLnBrk="1" hangingPunct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IN" altLang="en-US" sz="3600" b="1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t>Contents</a:t>
            </a: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BD23A965-4B11-9815-DCD3-450EB32A27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25" y="1116013"/>
            <a:ext cx="9323388" cy="557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21240" rIns="0" bIns="0"/>
          <a:lstStyle>
            <a:lvl1pPr marL="430213" indent="-322263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lnSpc>
                <a:spcPct val="200000"/>
              </a:lnSpc>
              <a:spcAft>
                <a:spcPts val="1413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altLang="en-US" sz="2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t>Introduction</a:t>
            </a:r>
          </a:p>
          <a:p>
            <a:pPr eaLnBrk="1" hangingPunct="1">
              <a:lnSpc>
                <a:spcPct val="200000"/>
              </a:lnSpc>
              <a:spcAft>
                <a:spcPts val="1413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altLang="en-US" sz="2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t>Objectives</a:t>
            </a:r>
          </a:p>
          <a:p>
            <a:pPr eaLnBrk="1" hangingPunct="1">
              <a:lnSpc>
                <a:spcPct val="200000"/>
              </a:lnSpc>
              <a:spcAft>
                <a:spcPts val="1413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altLang="en-US" sz="2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t>Scope</a:t>
            </a:r>
          </a:p>
          <a:p>
            <a:pPr eaLnBrk="1" hangingPunct="1">
              <a:lnSpc>
                <a:spcPct val="200000"/>
              </a:lnSpc>
              <a:spcAft>
                <a:spcPts val="1413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altLang="en-US" sz="2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t>Features / Functionality</a:t>
            </a:r>
          </a:p>
          <a:p>
            <a:pPr eaLnBrk="1" hangingPunct="1">
              <a:lnSpc>
                <a:spcPct val="200000"/>
              </a:lnSpc>
              <a:spcAft>
                <a:spcPts val="1413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altLang="en-US" sz="2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t>Project Outcomes</a:t>
            </a:r>
          </a:p>
          <a:p>
            <a:pPr eaLnBrk="1" hangingPunct="1">
              <a:lnSpc>
                <a:spcPct val="200000"/>
              </a:lnSpc>
              <a:spcAft>
                <a:spcPts val="1413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altLang="en-US" sz="2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t>Technology Stack</a:t>
            </a:r>
          </a:p>
          <a:p>
            <a:pPr eaLnBrk="1" hangingPunct="1">
              <a:lnSpc>
                <a:spcPct val="200000"/>
              </a:lnSpc>
              <a:spcAft>
                <a:spcPts val="1413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altLang="en-US" sz="2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t>Block Diagram if applicable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">
            <a:extLst>
              <a:ext uri="{FF2B5EF4-FFF2-40B4-BE49-F238E27FC236}">
                <a16:creationId xmlns:a16="http://schemas.microsoft.com/office/drawing/2014/main" id="{8AD267ED-F616-CB0F-A96D-6F3C44F4A3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" y="3057525"/>
            <a:ext cx="9070975" cy="1262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31680" rIns="0" bIns="0" anchor="ctr"/>
          <a:lstStyle>
            <a:lvl1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 eaLnBrk="1" hangingPunct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IN" altLang="en-US" sz="3600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BF0570-E81A-2262-3CD8-C09648F1CB7C}"/>
              </a:ext>
            </a:extLst>
          </p:cNvPr>
          <p:cNvSpPr txBox="1"/>
          <p:nvPr/>
        </p:nvSpPr>
        <p:spPr>
          <a:xfrm>
            <a:off x="775231" y="478394"/>
            <a:ext cx="6785237" cy="18466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66344" indent="-466344" algn="just" rtl="0">
              <a:buFont typeface="Wingdings"/>
              <a:buChar char="o"/>
            </a:pPr>
            <a:r>
              <a:rPr lang="en-US" sz="240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SDG 8: Decent Work and Economic Growth - Promote sustained, inclusive, and sustainable economic growth, full and productive employment, and decent work for all.</a:t>
            </a:r>
          </a:p>
          <a:p>
            <a:pPr algn="ctr"/>
            <a:endParaRPr lang="en-US"/>
          </a:p>
        </p:txBody>
      </p:sp>
      <p:pic>
        <p:nvPicPr>
          <p:cNvPr id="3" name="Picture 2" descr="A pink orange and orange rectangular sign&#10;&#10;AI-generated content may be incorrect.">
            <a:extLst>
              <a:ext uri="{FF2B5EF4-FFF2-40B4-BE49-F238E27FC236}">
                <a16:creationId xmlns:a16="http://schemas.microsoft.com/office/drawing/2014/main" id="{CAF248F1-C520-E8D4-3E51-AEB51EF923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41" r="63882" b="690"/>
          <a:stretch>
            <a:fillRect/>
          </a:stretch>
        </p:blipFill>
        <p:spPr>
          <a:xfrm>
            <a:off x="1489540" y="2315429"/>
            <a:ext cx="5942636" cy="2872703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7FB9FEF0-4C42-9E47-0D17-EDD84657B1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429542"/>
            <a:ext cx="9070975" cy="126206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600" b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1. Introduction</a:t>
            </a:r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E5D4CEF6-1C42-282B-5810-87601B7BDF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1763613"/>
            <a:ext cx="9070975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1240" rIns="0" bIns="0"/>
          <a:lstStyle>
            <a:lvl1pPr marL="450850" indent="-3429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935038" indent="-3429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spcAft>
                <a:spcPts val="1413"/>
              </a:spcAft>
              <a:buFont typeface="Arial" panose="020B0604020202020204" pitchFamily="34" charset="0"/>
              <a:buChar char="•"/>
            </a:pPr>
            <a:r>
              <a:rPr lang="en-IN" altLang="en-US" sz="2400" u="sng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Identified :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Students face difficulty tracking placement opportunities from different companies.</a:t>
            </a:r>
          </a:p>
          <a:p>
            <a:pPr marL="107950" indent="0"/>
            <a:endParaRPr lang="en-IN" altLang="en-US" sz="10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Aft>
                <a:spcPts val="1413"/>
              </a:spcAft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Placement information is often scattered across emails, notices, or WhatsApp groups.</a:t>
            </a:r>
            <a:endParaRPr lang="en-IN" altLang="en-US" sz="24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Aft>
                <a:spcPts val="1413"/>
              </a:spcAft>
              <a:buFont typeface="Arial" panose="020B0604020202020204" pitchFamily="34" charset="0"/>
              <a:buChar char="•"/>
            </a:pPr>
            <a:r>
              <a:rPr lang="en-IN" altLang="en-US" sz="2400" u="sng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 Proposed :</a:t>
            </a:r>
          </a:p>
          <a:p>
            <a:pPr eaLnBrk="1" hangingPunct="1">
              <a:spcAft>
                <a:spcPts val="1413"/>
              </a:spcAft>
              <a:buFont typeface="Arial" panose="020B0604020202020204" pitchFamily="34" charset="0"/>
              <a:buChar char="•"/>
            </a:pPr>
            <a:r>
              <a:rPr lang="en-IN" altLang="en-US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 a Placement Portal App for students and placement co-ordinators.</a:t>
            </a:r>
          </a:p>
          <a:p>
            <a:pPr eaLnBrk="1" hangingPunct="1">
              <a:spcAft>
                <a:spcPts val="1413"/>
              </a:spcAft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Provide a centralized</a:t>
            </a: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platform to view job postings, apply for companies, and track placement status.</a:t>
            </a:r>
            <a:r>
              <a:rPr lang="en-IN" altLang="en-US" sz="21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FDB8F9-BB52-E90F-DEA6-021BED5373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95DC80-0845-1CE1-32E2-BAABF30D0D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-322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1836E394-6284-0F1C-14C2-7EACE37FE5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301625"/>
            <a:ext cx="9070975" cy="126206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600" b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2. Objectives</a:t>
            </a:r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941077D7-5B1D-66CE-4C6F-9541475E60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1768475"/>
            <a:ext cx="9070975" cy="498951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21240" rIns="0" bIns="0"/>
          <a:lstStyle>
            <a:lvl1pPr marL="430213" indent="-322263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marL="45085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centralized platform for managing placement information.</a:t>
            </a:r>
          </a:p>
          <a:p>
            <a:pPr marL="45085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students with real-time updates about job opportunities.</a:t>
            </a:r>
          </a:p>
          <a:p>
            <a:pPr marL="45085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To simplify the process of applying for campus placements.</a:t>
            </a:r>
          </a:p>
          <a:p>
            <a:pPr marL="45085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To help placement coordinators manage company drives efficiently.</a:t>
            </a:r>
          </a:p>
          <a:p>
            <a:pPr marL="45085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To build a user-friendly mobile application for students.</a:t>
            </a:r>
          </a:p>
          <a:p>
            <a:pPr marL="452437" indent="-3429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1413"/>
              </a:spcAft>
              <a:buFont typeface="Arial" panose="020B0604020202020204" pitchFamily="34" charset="0"/>
              <a:buChar char="•"/>
              <a:defRPr/>
            </a:pPr>
            <a:endParaRPr lang="en-IN" altLang="en-US" sz="2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7F8C0C07-FBCA-0958-BC8B-6078CE28D5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301625"/>
            <a:ext cx="9070975" cy="126206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600" b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3. Scope</a:t>
            </a:r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21B9B78B-6DB4-CE3F-BBBF-C04BA6955D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1768475"/>
            <a:ext cx="9070975" cy="498951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21240" rIns="0" bIns="0"/>
          <a:lstStyle>
            <a:lvl1pPr marL="430213" indent="-322263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marL="109537" indent="0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1413"/>
              </a:spcAft>
              <a:defRPr/>
            </a:pPr>
            <a:endParaRPr lang="en-I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5EBDBE-09FD-5BC3-B517-1FB0D01F8E5A}"/>
              </a:ext>
            </a:extLst>
          </p:cNvPr>
          <p:cNvSpPr txBox="1"/>
          <p:nvPr/>
        </p:nvSpPr>
        <p:spPr>
          <a:xfrm>
            <a:off x="863848" y="1336055"/>
            <a:ext cx="7992888" cy="5421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6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 be used by college placement cells to manage recruitment activities.</a:t>
            </a:r>
          </a:p>
          <a:p>
            <a:pPr marL="514350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6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 help students easily access job opportunities and apply online.</a:t>
            </a:r>
          </a:p>
          <a:p>
            <a:pPr marL="514350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6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 allow companies to post job openings and view eligible candidates.</a:t>
            </a:r>
          </a:p>
          <a:p>
            <a:pPr marL="514350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6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 reduce manual work in the placement process.</a:t>
            </a:r>
          </a:p>
          <a:p>
            <a:pPr marL="514350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6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 be extended for multiple colleges or universities in the future.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0E14BDAB-7AB7-330F-A3C5-66679F05F6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301625"/>
            <a:ext cx="9070975" cy="126206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600" b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4. Feature /Functionality</a:t>
            </a:r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5465FB5B-B762-79C8-BC13-CB4495D255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1768475"/>
            <a:ext cx="9070975" cy="498951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21240" rIns="0" bIns="0"/>
          <a:lstStyle>
            <a:lvl1pPr marL="430213" indent="-322263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300" u="sng">
                <a:latin typeface="Times New Roman" panose="02020603050405020304" pitchFamily="18" charset="0"/>
                <a:cs typeface="Times New Roman" panose="02020603050405020304" pitchFamily="18" charset="0"/>
              </a:rPr>
              <a:t>Feature 1</a:t>
            </a:r>
            <a:r>
              <a:rPr lang="en-US" sz="2300">
                <a:latin typeface="Times New Roman" panose="02020603050405020304" pitchFamily="18" charset="0"/>
                <a:cs typeface="Times New Roman" panose="02020603050405020304" pitchFamily="18" charset="0"/>
              </a:rPr>
              <a:t>: Student Registration &amp; Login</a:t>
            </a:r>
          </a:p>
          <a:p>
            <a:pPr>
              <a:lnSpc>
                <a:spcPct val="150000"/>
              </a:lnSpc>
            </a:pPr>
            <a:r>
              <a:rPr lang="en-US" sz="230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create accounts and securely log in to the portal.</a:t>
            </a:r>
          </a:p>
          <a:p>
            <a:pPr>
              <a:lnSpc>
                <a:spcPct val="150000"/>
              </a:lnSpc>
            </a:pPr>
            <a:endParaRPr lang="en-US" sz="23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300" u="sng">
                <a:latin typeface="Times New Roman" panose="02020603050405020304" pitchFamily="18" charset="0"/>
                <a:cs typeface="Times New Roman" panose="02020603050405020304" pitchFamily="18" charset="0"/>
              </a:rPr>
              <a:t>Feature 2</a:t>
            </a:r>
            <a:r>
              <a:rPr lang="en-US" sz="2300">
                <a:latin typeface="Times New Roman" panose="02020603050405020304" pitchFamily="18" charset="0"/>
                <a:cs typeface="Times New Roman" panose="02020603050405020304" pitchFamily="18" charset="0"/>
              </a:rPr>
              <a:t>:  Job/Company Listings</a:t>
            </a:r>
          </a:p>
          <a:p>
            <a:pPr>
              <a:lnSpc>
                <a:spcPct val="150000"/>
              </a:lnSpc>
            </a:pPr>
            <a:r>
              <a:rPr lang="en-US" sz="230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view available companies, job roles, eligibility criteria, and </a:t>
            </a:r>
          </a:p>
          <a:p>
            <a:pPr>
              <a:lnSpc>
                <a:spcPct val="150000"/>
              </a:lnSpc>
            </a:pPr>
            <a:r>
              <a:rPr lang="en-US" sz="2300">
                <a:latin typeface="Times New Roman" panose="02020603050405020304" pitchFamily="18" charset="0"/>
                <a:cs typeface="Times New Roman" panose="02020603050405020304" pitchFamily="18" charset="0"/>
              </a:rPr>
              <a:t>Deadlines</a:t>
            </a:r>
          </a:p>
          <a:p>
            <a:pPr>
              <a:lnSpc>
                <a:spcPct val="150000"/>
              </a:lnSpc>
            </a:pPr>
            <a:endParaRPr lang="en-US" sz="23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300" u="sng">
                <a:latin typeface="Times New Roman" panose="02020603050405020304" pitchFamily="18" charset="0"/>
                <a:cs typeface="Times New Roman" panose="02020603050405020304" pitchFamily="18" charset="0"/>
              </a:rPr>
              <a:t>Feature 3</a:t>
            </a:r>
            <a:r>
              <a:rPr lang="en-US" sz="2300">
                <a:latin typeface="Times New Roman" panose="02020603050405020304" pitchFamily="18" charset="0"/>
                <a:cs typeface="Times New Roman" panose="02020603050405020304" pitchFamily="18" charset="0"/>
              </a:rPr>
              <a:t>:  Apply for Placement Drives</a:t>
            </a:r>
          </a:p>
          <a:p>
            <a:pPr>
              <a:lnSpc>
                <a:spcPct val="150000"/>
              </a:lnSpc>
            </a:pPr>
            <a:r>
              <a:rPr lang="en-US" sz="230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apply for companies directly through the application.</a:t>
            </a:r>
          </a:p>
          <a:p>
            <a:pPr marL="109537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1413"/>
              </a:spcAft>
              <a:defRPr/>
            </a:pPr>
            <a:endParaRPr lang="en-IN" altLang="en-US" sz="23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E0B9E-7264-8438-7E49-6648CF50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6624488" y="-4501082"/>
            <a:ext cx="3744416" cy="108012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AD4E3-3E9B-CC0B-72E2-01A73F2386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832" y="1043533"/>
            <a:ext cx="8856984" cy="568863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u="sng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4</a:t>
            </a:r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Admin Panel</a:t>
            </a:r>
          </a:p>
          <a:p>
            <a:pPr marL="0" indent="0">
              <a:buNone/>
            </a:pPr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Placement cell can add companies, manage job postings, and monitor </a:t>
            </a:r>
          </a:p>
          <a:p>
            <a:pPr marL="0" indent="0">
              <a:buNone/>
            </a:pPr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applications.</a:t>
            </a:r>
          </a:p>
          <a:p>
            <a:pPr marL="0" indent="0">
              <a:buNone/>
            </a:pPr>
            <a:endParaRPr lang="en-US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u="sng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5</a:t>
            </a:r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Notifications</a:t>
            </a:r>
          </a:p>
          <a:p>
            <a:pPr marL="0" indent="0">
              <a:buNone/>
            </a:pPr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Students receive notifications about new placement drives and updates.</a:t>
            </a:r>
          </a:p>
          <a:p>
            <a:pPr marL="0" indent="0">
              <a:buNone/>
            </a:pPr>
            <a:endParaRPr lang="en-IN" sz="24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0704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7D726CAD-BB71-8ECF-097C-0EE3A8FA59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301625"/>
            <a:ext cx="9070975" cy="126206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600" b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5. Outcome of Project</a:t>
            </a:r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8C2CA3C4-8126-64D4-B0F6-F30D2F72B7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1768475"/>
            <a:ext cx="9070975" cy="498951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21240" rIns="0" bIns="0"/>
          <a:lstStyle>
            <a:lvl1pPr marL="430213" indent="-322263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marL="56515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register and log in to the application.</a:t>
            </a:r>
          </a:p>
          <a:p>
            <a:pPr marL="56515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view available companies and job roles.</a:t>
            </a:r>
          </a:p>
          <a:p>
            <a:pPr marL="56515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apply for placement drives online.</a:t>
            </a:r>
          </a:p>
          <a:p>
            <a:pPr marL="56515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Admin can add or manage company job postings.</a:t>
            </a:r>
          </a:p>
          <a:p>
            <a:pPr marL="56515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Admin can view student applications and eligibility.</a:t>
            </a:r>
          </a:p>
          <a:p>
            <a:pPr marL="56515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Students receive placement notifications and updates.</a:t>
            </a:r>
          </a:p>
          <a:p>
            <a:pPr marL="566737" indent="-457200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1413"/>
              </a:spcAft>
              <a:buFont typeface="+mj-lt"/>
              <a:buAutoNum type="arabicPeriod"/>
              <a:defRPr/>
            </a:pPr>
            <a:endParaRPr lang="en-IN" altLang="en-US" sz="2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609B100C-491A-2E2B-F763-BCE2F75652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301625"/>
            <a:ext cx="9070975" cy="126206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600" b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6. Technology Stack</a:t>
            </a:r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CFBE54B4-F6D9-4B26-F5F5-202CAC0214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1563688"/>
            <a:ext cx="9070975" cy="5194300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21240" rIns="0" bIns="0" anchor="t"/>
          <a:lstStyle>
            <a:lvl1pPr marL="430213" indent="-322263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marL="109220" indent="0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1413"/>
              </a:spcAft>
              <a:defRPr/>
            </a:pPr>
            <a:endParaRPr lang="en-IN" altLang="en-US" sz="2400">
              <a:latin typeface="Times New Roman"/>
              <a:cs typeface="Times New Roman"/>
            </a:endParaRPr>
          </a:p>
          <a:p>
            <a:pPr marL="566420" indent="-4572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1413"/>
              </a:spcAft>
              <a:buAutoNum type="arabicPeriod"/>
              <a:defRPr/>
            </a:pPr>
            <a:r>
              <a:rPr lang="en-I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Frontend • 	Frameworks/Libraries: React.js, HTML5, CSS3, JavaScript/TypeScript</a:t>
            </a:r>
          </a:p>
          <a:p>
            <a:pPr marL="10922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1413"/>
              </a:spcAft>
              <a:defRPr/>
            </a:pPr>
            <a:r>
              <a:rPr lang="en-IN" altLang="en-US" sz="2400">
                <a:latin typeface="Times New Roman"/>
                <a:cs typeface="Times New Roman"/>
              </a:rPr>
              <a:t>• 	UI/UX Tools: Responsive design, Kanban-style boards for recruiters, dashboards for colleges by Antigravity</a:t>
            </a:r>
            <a:endParaRPr lang="en-I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922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1413"/>
              </a:spcAft>
              <a:defRPr/>
            </a:pPr>
            <a:r>
              <a:rPr lang="en-IN" altLang="en-US" sz="2400">
                <a:latin typeface="Times New Roman"/>
                <a:cs typeface="Times New Roman"/>
              </a:rPr>
              <a:t>• 	Authentication: Secure login/signup flows with JWT or OAuth</a:t>
            </a:r>
            <a:br>
              <a:rPr lang="en-IN" altLang="en-US" sz="2400">
                <a:latin typeface="Times New Roman"/>
                <a:cs typeface="Times New Roman"/>
              </a:rPr>
            </a:br>
            <a:r>
              <a:rPr lang="en-IN" sz="2400">
                <a:solidFill>
                  <a:schemeClr val="tx1"/>
                </a:solidFill>
                <a:latin typeface="Times New Roman"/>
                <a:cs typeface="Times New Roman"/>
              </a:rPr>
              <a:t>• </a:t>
            </a:r>
            <a:r>
              <a:rPr lang="en-US" sz="2400">
                <a:solidFill>
                  <a:schemeClr val="tx1"/>
                </a:solidFill>
                <a:latin typeface="Times New Roman"/>
                <a:cs typeface="Times New Roman"/>
              </a:rPr>
              <a:t>Database: PostgreSQL or </a:t>
            </a:r>
            <a:r>
              <a:rPr lang="en-US" sz="2400" err="1">
                <a:solidFill>
                  <a:schemeClr val="tx1"/>
                </a:solidFill>
                <a:latin typeface="Times New Roman"/>
                <a:cs typeface="Times New Roman"/>
              </a:rPr>
              <a:t>Supabase</a:t>
            </a:r>
            <a:r>
              <a:rPr lang="en-US" sz="2400">
                <a:solidFill>
                  <a:schemeClr val="tx1"/>
                </a:solidFill>
                <a:latin typeface="Times New Roman"/>
                <a:cs typeface="Times New Roman"/>
              </a:rPr>
              <a:t>             </a:t>
            </a:r>
          </a:p>
          <a:p>
            <a:pPr marL="10922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1413"/>
              </a:spcAft>
              <a:defRPr/>
            </a:pPr>
            <a:endParaRPr lang="en-I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922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1413"/>
              </a:spcAft>
              <a:defRPr/>
            </a:pPr>
            <a:endParaRPr lang="en-I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A9F723-E58A-F34B-0400-0B03CDB1D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1D42D884-9E26-FBE7-1646-F22D18A5B1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301625"/>
            <a:ext cx="9070975" cy="126206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600" b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6. Technology Stack</a:t>
            </a:r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C9CD8126-00EB-AC54-2D15-4195294C55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784" y="1259557"/>
            <a:ext cx="9286429" cy="6120680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21240" rIns="0" bIns="0"/>
          <a:lstStyle>
            <a:lvl1pPr marL="430213" indent="-322263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marL="109537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1413"/>
              </a:spcAft>
              <a:defRPr/>
            </a:pPr>
            <a:r>
              <a:rPr lang="en-I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2. Backend (Server-Side)</a:t>
            </a:r>
          </a:p>
          <a:p>
            <a:pPr marL="109537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1413"/>
              </a:spcAft>
              <a:defRPr/>
            </a:pPr>
            <a:r>
              <a:rPr lang="en-I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• 	Frameworks: Node.js with Express.js (likely, given </a:t>
            </a:r>
            <a:r>
              <a:rPr lang="en-IN" altLang="en-US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Lovable’s</a:t>
            </a:r>
            <a:r>
              <a:rPr lang="en-I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ecosystem)</a:t>
            </a:r>
          </a:p>
          <a:p>
            <a:pPr marL="109537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1413"/>
              </a:spcAft>
              <a:defRPr/>
            </a:pPr>
            <a:r>
              <a:rPr lang="en-I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• APIs: RESTful APIs for job postings, student profiles, and analytics</a:t>
            </a:r>
          </a:p>
          <a:p>
            <a:pPr marL="109537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1413"/>
              </a:spcAft>
              <a:defRPr/>
            </a:pPr>
            <a:r>
              <a:rPr lang="en-I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• 	Business Logic: Handles resume parsing, smart matching, and placement workflows</a:t>
            </a:r>
          </a:p>
          <a:p>
            <a:pPr marL="109537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1413"/>
              </a:spcAft>
              <a:defRPr/>
            </a:pPr>
            <a:r>
              <a:rPr lang="en-I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3.Database And Storage: </a:t>
            </a:r>
          </a:p>
          <a:p>
            <a:pPr marL="109537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1413"/>
              </a:spcAft>
              <a:defRPr/>
            </a:pPr>
            <a:r>
              <a:rPr lang="en-I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• Database : </a:t>
            </a:r>
            <a:r>
              <a:rPr lang="en-IN" altLang="en-US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postgre</a:t>
            </a:r>
            <a:r>
              <a:rPr lang="en-I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SQL or MongoDB</a:t>
            </a:r>
          </a:p>
          <a:p>
            <a:pPr marL="109537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1413"/>
              </a:spcAft>
              <a:defRPr/>
            </a:pPr>
            <a:r>
              <a:rPr lang="en-I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• Storage : Cloud storage for resumes and documents </a:t>
            </a:r>
          </a:p>
          <a:p>
            <a:pPr marL="109537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1413"/>
              </a:spcAft>
              <a:defRPr/>
            </a:pPr>
            <a:endParaRPr lang="en-I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2200C8-7228-6801-8124-5290C6EBDF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24878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/>
                <a:cs typeface="Arial"/>
              </a:rPr>
              <a:t> </a:t>
            </a:r>
            <a:endParaRPr lang="en-US">
              <a:latin typeface="Arial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97196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3A7A4EFB-00CA-9848-AF29-876B6B3C85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301625"/>
            <a:ext cx="9070975" cy="126206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600" b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7. Block Diagram </a:t>
            </a:r>
            <a:r>
              <a:rPr lang="en-I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( if applicable)</a:t>
            </a:r>
            <a:endParaRPr lang="en-IN" altLang="en-US" sz="3600" b="1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F1C390CD-F635-CA60-21A9-F8157E72D7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1563688"/>
            <a:ext cx="9070975" cy="519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1240" rIns="0" bIns="0"/>
          <a:lstStyle>
            <a:lvl1pPr marL="1079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lnSpc>
                <a:spcPct val="93000"/>
              </a:lnSpc>
              <a:spcAft>
                <a:spcPts val="1413"/>
              </a:spcAft>
            </a:pPr>
            <a:endParaRPr lang="en-IN" altLang="en-US" sz="24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6E2C6494-CB25-01E7-31BC-FE346D491F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87913" y="36274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6" name="Picture 5" descr="A diagram of a software development&#10;&#10;AI-generated content may be incorrect.">
            <a:extLst>
              <a:ext uri="{FF2B5EF4-FFF2-40B4-BE49-F238E27FC236}">
                <a16:creationId xmlns:a16="http://schemas.microsoft.com/office/drawing/2014/main" id="{1E6F9BFF-2E70-2A72-C32C-D6AE564552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686" y="1363235"/>
            <a:ext cx="8708518" cy="5808481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F82E5-8451-6D28-630B-DC48293C4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4644" y="3445458"/>
            <a:ext cx="3494782" cy="764955"/>
          </a:xfrm>
        </p:spPr>
        <p:txBody>
          <a:bodyPr>
            <a:normAutofit/>
          </a:bodyPr>
          <a:lstStyle/>
          <a:p>
            <a:r>
              <a:rPr lang="en-US" sz="3600" b="1">
                <a:solidFill>
                  <a:srgbClr val="000000"/>
                </a:solidFill>
              </a:rPr>
              <a:t>Thank You </a:t>
            </a:r>
          </a:p>
        </p:txBody>
      </p:sp>
    </p:spTree>
    <p:extLst>
      <p:ext uri="{BB962C8B-B14F-4D97-AF65-F5344CB8AC3E}">
        <p14:creationId xmlns:p14="http://schemas.microsoft.com/office/powerpoint/2010/main" val="26571990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Application>Microsoft Office PowerPoint</Application>
  <PresentationFormat>Custom</PresentationFormat>
  <Slides>14</Slides>
  <Notes>12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 b</dc:creator>
  <cp:revision>3</cp:revision>
  <cp:lastPrinted>2022-08-20T08:09:49Z</cp:lastPrinted>
  <dcterms:created xsi:type="dcterms:W3CDTF">2017-10-25T08:22:14Z</dcterms:created>
  <dcterms:modified xsi:type="dcterms:W3CDTF">2026-04-01T04:20:55Z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12.0000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Custom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6</vt:i4>
  </property>
</Properties>
</file>